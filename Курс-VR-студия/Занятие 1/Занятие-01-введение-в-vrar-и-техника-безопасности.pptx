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Введение в VR/AR и техника безопасности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 + практика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Знакомимся с группой и правилами VR-лаборатории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Узнаём, что такое VR и AR и где они применяются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 устройство шлема Pico 4 Ultra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Практика: первая безопасная VR-сессия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 и 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Виртуальная реальность полностью погружает в цифровой мир, дополненная — добавляет объекты в реальный мир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применяются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Медицина, промышленность, образование, архитектура, игры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 4 Ultra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Автономный шлем: чип Snapdragon XR2 Gen 2, трекинг рук и контроллеров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Техника безопасности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Зона 2x2 м, сеанс 15–20 минут, обязательный перерыв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Настраиваем и надеваем шлем Pico 4 Ultra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Изучаем контроллеры и базовые жесты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первую VR-сессию по 5–7 минут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1 · занятие 01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Подумай, где в твоём городе уже применяют VR. Подготовь один пример и расскажи на следующем занятии.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Технологии VR — «Понятие и сущность виртуальной реальности»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https://stepik.org/lesson/1202882/step/1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2026-10-02T09:46:39Z</dcterms:created>
  <dcterms:modified xsi:type="dcterms:W3CDTF">2026-10-02T09:46:39Z</dcterms:modified>
</cp:coreProperties>
</file>