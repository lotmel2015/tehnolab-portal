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Blender: моделирование low-poly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 экструзию и Loop Cut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Работаем с модификаторами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Моделируем стул и ящик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Практика: свой объект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Экструзия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Выдавливание новых граней из существующих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Модификаторы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Автоматические преобразования: Mirror, Subdivision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poly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Модели с малым числом полигонов — стандарт для VR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Топология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Правильная структура сети полигонов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low-poly дерево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стула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Ящик с правильной топологией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4 · занятие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Смоделировать простой предмет из своей комнаты.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Blender GameDev — «Видео материал low poly»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https://stepik.org/lesson/907501/step/1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