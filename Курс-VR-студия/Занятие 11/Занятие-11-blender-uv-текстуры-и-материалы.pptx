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11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Blender: UV, текстуры и материалы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 + 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UV-развёртка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текстуры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Настраиваем PBR-материалы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Экспорт в GLB/FBX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UV-развёртка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«раскрыть» 3D-модель для рисования текстуры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Текстура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Изображение, накладываемое на модель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PBR-материал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Цвет, шероховатость, металлик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Экспорт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FBX и GLB — форматы для Unity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UV-развёртка модели бочки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текстуры в Paint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Применение PBR-материала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4 · занятие 11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Пройти уроки про текстуры в курсе на Stepik.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Blender — «Базовая настройка материалов»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https://stepik.org/lesson/357804/step/1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