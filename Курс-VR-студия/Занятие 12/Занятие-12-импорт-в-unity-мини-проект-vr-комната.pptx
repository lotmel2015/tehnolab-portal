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Импорт в Unity. Мини-проект «VR-комната»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импорта моделей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материалы в Unity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сцену комнаты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мини-проекта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Импорт моделей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Factor, коллайдеры, сжатие меша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 в Unity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и настройка внешнего вида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Освещение Baked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Запечённый свет для производительности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VR-комната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Интерактивная сцена с предметами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Импортируем модель стула из Blender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Расставляем мебель в комнате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 проекта и обсуждение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 · занятие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Добавить в VR-комнату ещё один свой объект.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3D — «Импорт моделей»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https://stepik.org/lesson/1204607/step/1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