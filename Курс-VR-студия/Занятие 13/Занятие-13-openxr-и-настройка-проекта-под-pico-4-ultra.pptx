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heme/theme2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7"/>
  </p:notesMasterIdLst>
  <p:sldIdLst>
    <p:sldId id="256" r:id="rId2"/>
    <p:sldId id="257" r:id="rId3"/>
    <p:sldId id="258" r:id="rId4"/>
    <p:sldId id="259" r:id="rId5"/>
    <p:sldId id="260" r:id="rId6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notesMaster" Target="notesMasters/notesMaster1.xml"/><Relationship Id="rId8" Type="http://schemas.openxmlformats.org/officeDocument/2006/relationships/presProps" Target="presProps.xml"/><Relationship Id="rId9" Type="http://schemas.openxmlformats.org/officeDocument/2006/relationships/viewProps" Target="viewProps.xml"/><Relationship Id="rId10" Type="http://schemas.openxmlformats.org/officeDocument/2006/relationships/theme" Target="theme/theme1.xml"/><Relationship Id="rId1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2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B2A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1737360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A9C9F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VR-студия · Модуль 5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640080" y="224028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Занятие 13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640080" y="306324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000" dirty="0">
                <a:solidFill>
                  <a:srgbClr val="D9E2E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OpenXR и настройка проекта под Pico 4 Ultra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640080" y="4480560"/>
            <a:ext cx="3566160" cy="685800"/>
          </a:xfrm>
          <a:prstGeom prst="roundRect">
            <a:avLst>
              <a:gd name="adj" fmla="val 16000"/>
            </a:avLst>
          </a:prstGeom>
          <a:solidFill>
            <a:srgbClr val="22356B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68680" y="4663440"/>
            <a:ext cx="347472" cy="347472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325880" y="4480560"/>
            <a:ext cx="27432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E6EEF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Теория + практика</a:t>
            </a:r>
            <a:endParaRPr lang="en-US" sz="1250" dirty="0"/>
          </a:p>
        </p:txBody>
      </p:sp>
      <p:sp>
        <p:nvSpPr>
          <p:cNvPr id="8" name="Shape 5"/>
          <p:cNvSpPr/>
          <p:nvPr/>
        </p:nvSpPr>
        <p:spPr>
          <a:xfrm>
            <a:off x="4434840" y="4480560"/>
            <a:ext cx="3566160" cy="685800"/>
          </a:xfrm>
          <a:prstGeom prst="roundRect">
            <a:avLst>
              <a:gd name="adj" fmla="val 16000"/>
            </a:avLst>
          </a:prstGeom>
          <a:solidFill>
            <a:srgbClr val="22356B"/>
          </a:solidFill>
          <a:ln/>
        </p:spPr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63440" y="4663440"/>
            <a:ext cx="347472" cy="347472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5120640" y="4480560"/>
            <a:ext cx="27432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E6EEF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ПК, Pico 4 Ultra</a:t>
            </a:r>
            <a:endParaRPr lang="en-US" sz="1250" dirty="0"/>
          </a:p>
        </p:txBody>
      </p:sp>
      <p:sp>
        <p:nvSpPr>
          <p:cNvPr id="11" name="Shape 7"/>
          <p:cNvSpPr/>
          <p:nvPr/>
        </p:nvSpPr>
        <p:spPr>
          <a:xfrm>
            <a:off x="8229600" y="4480560"/>
            <a:ext cx="3566160" cy="685800"/>
          </a:xfrm>
          <a:prstGeom prst="roundRect">
            <a:avLst>
              <a:gd name="adj" fmla="val 16000"/>
            </a:avLst>
          </a:prstGeom>
          <a:solidFill>
            <a:srgbClr val="22356B"/>
          </a:solidFill>
          <a:ln/>
        </p:spPr>
      </p:sp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58200" y="4663440"/>
            <a:ext cx="347472" cy="347472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8915400" y="4480560"/>
            <a:ext cx="27432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E6EEF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8 часов</a:t>
            </a:r>
            <a:endParaRPr lang="en-US" sz="1250" dirty="0"/>
          </a:p>
        </p:txBody>
      </p:sp>
      <p:sp>
        <p:nvSpPr>
          <p:cNvPr id="14" name="Text 9"/>
          <p:cNvSpPr/>
          <p:nvPr/>
        </p:nvSpPr>
        <p:spPr>
          <a:xfrm>
            <a:off x="640080" y="612648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8AA0C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Региональный центр «Спутник» · VR-студия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6424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F6FE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VR-СТУДИЯ · ЗАНЯТИЕ 13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76656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B2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План занятия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379476" y="1554480"/>
            <a:ext cx="3566160" cy="1554480"/>
          </a:xfrm>
          <a:prstGeom prst="roundRect">
            <a:avLst>
              <a:gd name="adj" fmla="val 7059"/>
            </a:avLst>
          </a:prstGeom>
          <a:solidFill>
            <a:srgbClr val="FFFFFF"/>
          </a:solidFill>
          <a:ln w="12700">
            <a:solidFill>
              <a:srgbClr val="D9E2EF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99516" y="1874520"/>
            <a:ext cx="640080" cy="640080"/>
          </a:xfrm>
          <a:prstGeom prst="ellipse">
            <a:avLst/>
          </a:prstGeom>
          <a:solidFill>
            <a:srgbClr val="1F6FE0"/>
          </a:solidFill>
          <a:ln/>
        </p:spPr>
      </p:sp>
      <p:sp>
        <p:nvSpPr>
          <p:cNvPr id="6" name="Text 4"/>
          <p:cNvSpPr/>
          <p:nvPr/>
        </p:nvSpPr>
        <p:spPr>
          <a:xfrm>
            <a:off x="699516" y="1993392"/>
            <a:ext cx="6400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699516" y="2697480"/>
            <a:ext cx="292608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B2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Что такое OpenXR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311396" y="1554480"/>
            <a:ext cx="3566160" cy="1554480"/>
          </a:xfrm>
          <a:prstGeom prst="roundRect">
            <a:avLst>
              <a:gd name="adj" fmla="val 7059"/>
            </a:avLst>
          </a:prstGeom>
          <a:solidFill>
            <a:srgbClr val="FFFFFF"/>
          </a:solidFill>
          <a:ln w="12700">
            <a:solidFill>
              <a:srgbClr val="D9E2EF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631436" y="1874520"/>
            <a:ext cx="640080" cy="640080"/>
          </a:xfrm>
          <a:prstGeom prst="ellipse">
            <a:avLst/>
          </a:prstGeom>
          <a:solidFill>
            <a:srgbClr val="1F6FE0"/>
          </a:solidFill>
          <a:ln/>
        </p:spPr>
      </p:sp>
      <p:sp>
        <p:nvSpPr>
          <p:cNvPr id="10" name="Text 8"/>
          <p:cNvSpPr/>
          <p:nvPr/>
        </p:nvSpPr>
        <p:spPr>
          <a:xfrm>
            <a:off x="4631436" y="1993392"/>
            <a:ext cx="6400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4631436" y="2697480"/>
            <a:ext cx="292608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B2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Устанавливаем XR Interaction Toolkit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8243316" y="1554480"/>
            <a:ext cx="3566160" cy="1554480"/>
          </a:xfrm>
          <a:prstGeom prst="roundRect">
            <a:avLst>
              <a:gd name="adj" fmla="val 7059"/>
            </a:avLst>
          </a:prstGeom>
          <a:solidFill>
            <a:srgbClr val="FFFFFF"/>
          </a:solidFill>
          <a:ln w="12700">
            <a:solidFill>
              <a:srgbClr val="D9E2EF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8563356" y="1874520"/>
            <a:ext cx="640080" cy="640080"/>
          </a:xfrm>
          <a:prstGeom prst="ellipse">
            <a:avLst/>
          </a:prstGeom>
          <a:solidFill>
            <a:srgbClr val="1F6FE0"/>
          </a:solidFill>
          <a:ln/>
        </p:spPr>
      </p:sp>
      <p:sp>
        <p:nvSpPr>
          <p:cNvPr id="14" name="Text 12"/>
          <p:cNvSpPr/>
          <p:nvPr/>
        </p:nvSpPr>
        <p:spPr>
          <a:xfrm>
            <a:off x="8563356" y="1993392"/>
            <a:ext cx="6400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8563356" y="2697480"/>
            <a:ext cx="292608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B2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Настраиваем XR Plug-in Management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379476" y="3429000"/>
            <a:ext cx="3566160" cy="1554480"/>
          </a:xfrm>
          <a:prstGeom prst="roundRect">
            <a:avLst>
              <a:gd name="adj" fmla="val 7059"/>
            </a:avLst>
          </a:prstGeom>
          <a:solidFill>
            <a:srgbClr val="FFFFFF"/>
          </a:solidFill>
          <a:ln w="12700">
            <a:solidFill>
              <a:srgbClr val="D9E2EF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99516" y="3749040"/>
            <a:ext cx="640080" cy="640080"/>
          </a:xfrm>
          <a:prstGeom prst="ellipse">
            <a:avLst/>
          </a:prstGeom>
          <a:solidFill>
            <a:srgbClr val="1F6FE0"/>
          </a:solidFill>
          <a:ln/>
        </p:spPr>
      </p:sp>
      <p:sp>
        <p:nvSpPr>
          <p:cNvPr id="18" name="Text 16"/>
          <p:cNvSpPr/>
          <p:nvPr/>
        </p:nvSpPr>
        <p:spPr>
          <a:xfrm>
            <a:off x="699516" y="3867912"/>
            <a:ext cx="6400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4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699516" y="4572000"/>
            <a:ext cx="292608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B2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Проверяем связку с Pico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10972800" y="6446520"/>
            <a:ext cx="667512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5A6B8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02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6424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F6FE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КОРОТКО И ПО ДЕЛУ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76656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B2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Теория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2345436" y="1554480"/>
            <a:ext cx="3566160" cy="18288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9E2E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665476" y="1828800"/>
            <a:ext cx="292608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1F6FE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OpenXR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2665476" y="2377440"/>
            <a:ext cx="292608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B2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Открытый стандарт взаимодействия Unity со шлемами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6277356" y="1554480"/>
            <a:ext cx="3566160" cy="18288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9E2E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597396" y="1828800"/>
            <a:ext cx="292608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1F6FE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XR Plug-in Management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6597396" y="2377440"/>
            <a:ext cx="292608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B2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Панель включения XR-поддержки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2345436" y="3749040"/>
            <a:ext cx="3566160" cy="18288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9E2E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665476" y="4023360"/>
            <a:ext cx="292608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1F6FE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XR Interaction Toolkit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2665476" y="4572000"/>
            <a:ext cx="292608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B2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Готовые механики: телепорт, захват, UI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6277356" y="3749040"/>
            <a:ext cx="3566160" cy="18288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9E2EF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597396" y="4023360"/>
            <a:ext cx="292608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1F6FE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Pico SDK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6597396" y="4572000"/>
            <a:ext cx="292608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B2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Официальный пакет для разработки под Pico</a:t>
            </a:r>
            <a:endParaRPr lang="en-US" sz="1250" dirty="0"/>
          </a:p>
        </p:txBody>
      </p:sp>
      <p:sp>
        <p:nvSpPr>
          <p:cNvPr id="16" name="Text 14"/>
          <p:cNvSpPr/>
          <p:nvPr/>
        </p:nvSpPr>
        <p:spPr>
          <a:xfrm>
            <a:off x="10972800" y="6446520"/>
            <a:ext cx="667512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5A6B8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03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B2A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Практика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640080" y="118872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A9C9F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Выполняем задания и проверяем результат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640080" y="1828800"/>
            <a:ext cx="5486400" cy="1234440"/>
          </a:xfrm>
          <a:prstGeom prst="roundRect">
            <a:avLst>
              <a:gd name="adj" fmla="val 5926"/>
            </a:avLst>
          </a:prstGeom>
          <a:solidFill>
            <a:srgbClr val="22356B"/>
          </a:solidFill>
          <a:ln/>
        </p:spPr>
      </p:sp>
      <p:sp>
        <p:nvSpPr>
          <p:cNvPr id="5" name="Shape 3"/>
          <p:cNvSpPr/>
          <p:nvPr/>
        </p:nvSpPr>
        <p:spPr>
          <a:xfrm>
            <a:off x="914400" y="2121408"/>
            <a:ext cx="640080" cy="640080"/>
          </a:xfrm>
          <a:prstGeom prst="ellipse">
            <a:avLst/>
          </a:prstGeom>
          <a:solidFill>
            <a:srgbClr val="1F6FE0"/>
          </a:solidFill>
          <a:ln/>
        </p:spPr>
      </p:sp>
      <p:sp>
        <p:nvSpPr>
          <p:cNvPr id="6" name="Text 4"/>
          <p:cNvSpPr/>
          <p:nvPr/>
        </p:nvSpPr>
        <p:spPr>
          <a:xfrm>
            <a:off x="914400" y="2240280"/>
            <a:ext cx="6400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1691640" y="2103120"/>
            <a:ext cx="4206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EAF2F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Создаём проект с XR-настройками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6446520" y="1828800"/>
            <a:ext cx="5486400" cy="1234440"/>
          </a:xfrm>
          <a:prstGeom prst="roundRect">
            <a:avLst>
              <a:gd name="adj" fmla="val 5926"/>
            </a:avLst>
          </a:prstGeom>
          <a:solidFill>
            <a:srgbClr val="22356B"/>
          </a:solidFill>
          <a:ln/>
        </p:spPr>
      </p:sp>
      <p:sp>
        <p:nvSpPr>
          <p:cNvPr id="9" name="Shape 7"/>
          <p:cNvSpPr/>
          <p:nvPr/>
        </p:nvSpPr>
        <p:spPr>
          <a:xfrm>
            <a:off x="6720840" y="2121408"/>
            <a:ext cx="640080" cy="640080"/>
          </a:xfrm>
          <a:prstGeom prst="ellipse">
            <a:avLst/>
          </a:prstGeom>
          <a:solidFill>
            <a:srgbClr val="1F6FE0"/>
          </a:solidFill>
          <a:ln/>
        </p:spPr>
      </p:sp>
      <p:sp>
        <p:nvSpPr>
          <p:cNvPr id="10" name="Text 8"/>
          <p:cNvSpPr/>
          <p:nvPr/>
        </p:nvSpPr>
        <p:spPr>
          <a:xfrm>
            <a:off x="6720840" y="2240280"/>
            <a:ext cx="6400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</a:t>
            </a:r>
            <a:endParaRPr lang="en-US" sz="1700" dirty="0"/>
          </a:p>
        </p:txBody>
      </p:sp>
      <p:sp>
        <p:nvSpPr>
          <p:cNvPr id="11" name="Text 9"/>
          <p:cNvSpPr/>
          <p:nvPr/>
        </p:nvSpPr>
        <p:spPr>
          <a:xfrm>
            <a:off x="7498080" y="2103120"/>
            <a:ext cx="4206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EAF2F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Подключаем OpenXR для Android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640080" y="3291840"/>
            <a:ext cx="5486400" cy="1234440"/>
          </a:xfrm>
          <a:prstGeom prst="roundRect">
            <a:avLst>
              <a:gd name="adj" fmla="val 5926"/>
            </a:avLst>
          </a:prstGeom>
          <a:solidFill>
            <a:srgbClr val="22356B"/>
          </a:solidFill>
          <a:ln/>
        </p:spPr>
      </p:sp>
      <p:sp>
        <p:nvSpPr>
          <p:cNvPr id="13" name="Shape 11"/>
          <p:cNvSpPr/>
          <p:nvPr/>
        </p:nvSpPr>
        <p:spPr>
          <a:xfrm>
            <a:off x="914400" y="3584448"/>
            <a:ext cx="640080" cy="640080"/>
          </a:xfrm>
          <a:prstGeom prst="ellipse">
            <a:avLst/>
          </a:prstGeom>
          <a:solidFill>
            <a:srgbClr val="1F6FE0"/>
          </a:solidFill>
          <a:ln/>
        </p:spPr>
      </p:sp>
      <p:sp>
        <p:nvSpPr>
          <p:cNvPr id="14" name="Text 12"/>
          <p:cNvSpPr/>
          <p:nvPr/>
        </p:nvSpPr>
        <p:spPr>
          <a:xfrm>
            <a:off x="914400" y="3703320"/>
            <a:ext cx="6400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</a:t>
            </a:r>
            <a:endParaRPr lang="en-US" sz="1700" dirty="0"/>
          </a:p>
        </p:txBody>
      </p:sp>
      <p:sp>
        <p:nvSpPr>
          <p:cNvPr id="15" name="Text 13"/>
          <p:cNvSpPr/>
          <p:nvPr/>
        </p:nvSpPr>
        <p:spPr>
          <a:xfrm>
            <a:off x="1691640" y="3566160"/>
            <a:ext cx="4206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EAF2F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Тестовая сборка и запуск на Pico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640080" y="630936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8AA0C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VR-студия · Модуль 5 · занятие 13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6424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F6FE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ЗАКРЕПЛЯЕМ ДОМА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76656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B2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Домашнее задание и курсы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645920"/>
            <a:ext cx="10972800" cy="13716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9E2E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60120" y="182880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F6FE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Задание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960120" y="2194560"/>
            <a:ext cx="1024128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B2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Прочитать статью «Первые шаги в Unity с OpenXR» на Хабр.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640080" y="329184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B2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Бесплатные курсы по теме (открываются в РФ без VPN)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640080" y="3749040"/>
            <a:ext cx="10972800" cy="777240"/>
          </a:xfrm>
          <a:prstGeom prst="roundRect">
            <a:avLst>
              <a:gd name="adj" fmla="val 14118"/>
            </a:avLst>
          </a:prstGeom>
          <a:solidFill>
            <a:srgbClr val="FFFFFF"/>
          </a:solidFill>
          <a:ln w="12700">
            <a:solidFill>
              <a:srgbClr val="D9E2E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60120" y="3886200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F6FE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Stepik · Технологии VR — «Инструменты XR Interaction Toolkit»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960120" y="4206240"/>
            <a:ext cx="1051560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A6B8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https://stepik.org/lesson/1205323/step/1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10972800" y="6446520"/>
            <a:ext cx="667512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5A6B8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05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Inter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Inter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Inter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Inter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2026-10-02T09:46:40Z</dcterms:created>
  <dcterms:modified xsi:type="dcterms:W3CDTF">2026-10-02T09:46:40Z</dcterms:modified>
</cp:coreProperties>
</file>