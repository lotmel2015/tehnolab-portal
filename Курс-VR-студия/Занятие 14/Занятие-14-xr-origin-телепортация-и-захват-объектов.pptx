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Занятие 14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XR Origin, телепортация и захват объектов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 + практика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6634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ПК, Pico 4 Ultra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663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часов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Региональный центр «Спутник» · VR-студия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ЗАНЯТИЕ 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занятия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947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69951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Разбираем структуру XR Origin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143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463143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143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Настраиваем телепортацию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331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335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856335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335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Учим захват объектов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" y="3429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" y="374904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" y="3867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" y="4572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Практикуемся на сцене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КОРОТКО И ПО ДЕЛУ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4543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547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XR Origin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6547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Корень VR-игрока: камера и контроллеры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739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Teleportation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Перемещение по сцене без укачивания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4543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547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Grab Interactable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547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Объекты, которые можно брать в руки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739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XR Socket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739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Точки, куда можно класть предметы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Выполняем задания и проверяем результат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Настраиваем телепортацию по площади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Берём и переставляем кубы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58444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Кладём предмет на стол через Socket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5 · занятие 14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ЗАКРЕПЛЯЕМ ДОМА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 и курсы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Пройти «Курс для проектников VR/AR» (stepik.org/course/69362).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курсы по теме (открываются в РФ без VPN)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Stepik · Технологии VR — «Настройка взаимодействия в VR»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https://stepik.org/lesson/1205324/step/1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2026-10-02T09:46:40Z</dcterms:created>
  <dcterms:modified xsi:type="dcterms:W3CDTF">2026-10-02T09:46:40Z</dcterms:modified>
</cp:coreProperties>
</file>