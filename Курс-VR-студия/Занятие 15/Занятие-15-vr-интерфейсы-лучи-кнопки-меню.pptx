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heme/theme2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2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7373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A9C9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VR-студия · Модуль 5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40080" y="22402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Занятие 15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306324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D9E2E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VR-интерфейсы: лучи, кнопки, меню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40080" y="4480560"/>
            <a:ext cx="3566160" cy="685800"/>
          </a:xfrm>
          <a:prstGeom prst="roundRect">
            <a:avLst>
              <a:gd name="adj" fmla="val 16000"/>
            </a:avLst>
          </a:prstGeom>
          <a:solidFill>
            <a:srgbClr val="22356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4663440"/>
            <a:ext cx="347472" cy="347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25880" y="4480560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E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Теория + практика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4434840" y="4480560"/>
            <a:ext cx="3566160" cy="685800"/>
          </a:xfrm>
          <a:prstGeom prst="roundRect">
            <a:avLst>
              <a:gd name="adj" fmla="val 16000"/>
            </a:avLst>
          </a:prstGeom>
          <a:solidFill>
            <a:srgbClr val="22356B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4663440"/>
            <a:ext cx="347472" cy="34747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120640" y="4480560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E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ПК, Pico 4 Ultra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8229600" y="4480560"/>
            <a:ext cx="3566160" cy="685800"/>
          </a:xfrm>
          <a:prstGeom prst="roundRect">
            <a:avLst>
              <a:gd name="adj" fmla="val 16000"/>
            </a:avLst>
          </a:prstGeom>
          <a:solidFill>
            <a:srgbClr val="22356B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0" y="4663440"/>
            <a:ext cx="347472" cy="34747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915400" y="4480560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E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 часов</a:t>
            </a:r>
            <a:endParaRPr lang="en-US" sz="1250" dirty="0"/>
          </a:p>
        </p:txBody>
      </p:sp>
      <p:sp>
        <p:nvSpPr>
          <p:cNvPr id="14" name="Text 9"/>
          <p:cNvSpPr/>
          <p:nvPr/>
        </p:nvSpPr>
        <p:spPr>
          <a:xfrm>
            <a:off x="640080" y="61264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AA0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Региональный центр «Спутник» · VR-студия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VR-СТУДИЯ · ЗАНЯТИЕ 15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План занятия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79476" y="1554480"/>
            <a:ext cx="356616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99516" y="1874520"/>
            <a:ext cx="640080" cy="64008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6" name="Text 4"/>
          <p:cNvSpPr/>
          <p:nvPr/>
        </p:nvSpPr>
        <p:spPr>
          <a:xfrm>
            <a:off x="699516" y="1993392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99516" y="269748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XR Ray Interactor — лучи из контроллеров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11396" y="1554480"/>
            <a:ext cx="356616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31436" y="1874520"/>
            <a:ext cx="640080" cy="64008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10" name="Text 8"/>
          <p:cNvSpPr/>
          <p:nvPr/>
        </p:nvSpPr>
        <p:spPr>
          <a:xfrm>
            <a:off x="4631436" y="1993392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631436" y="269748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Создаём World Space Canvas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243316" y="1554480"/>
            <a:ext cx="356616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563356" y="1874520"/>
            <a:ext cx="640080" cy="64008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14" name="Text 12"/>
          <p:cNvSpPr/>
          <p:nvPr/>
        </p:nvSpPr>
        <p:spPr>
          <a:xfrm>
            <a:off x="8563356" y="1993392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563356" y="269748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Кнопки и меню в VR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79476" y="3429000"/>
            <a:ext cx="356616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99516" y="3749040"/>
            <a:ext cx="640080" cy="64008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18" name="Text 16"/>
          <p:cNvSpPr/>
          <p:nvPr/>
        </p:nvSpPr>
        <p:spPr>
          <a:xfrm>
            <a:off x="699516" y="3867912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99516" y="457200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Практика: панель управления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972800" y="6446520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КОРОТКО И ПО ДЕЛУ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Теория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345436" y="1554480"/>
            <a:ext cx="35661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665476" y="18288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Ray Interactor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665476" y="237744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Луч из контроллера для взаимодействия с объектами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77356" y="1554480"/>
            <a:ext cx="35661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97396" y="18288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World Space Canvas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597396" y="237744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Интерфейс, размещённый в пространстве сцены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2345436" y="3749040"/>
            <a:ext cx="35661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65476" y="402336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VR-кнопки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665476" y="457200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Активируются лучом или касанием в шлеме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277356" y="3749040"/>
            <a:ext cx="35661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97396" y="402336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Комфорт в VR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597396" y="457200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Интерфейс на расстоянии 1–3 метра от глаз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10972800" y="6446520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Практика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9C9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Выполняем задания и проверяем результат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486400" cy="1234440"/>
          </a:xfrm>
          <a:prstGeom prst="roundRect">
            <a:avLst>
              <a:gd name="adj" fmla="val 5926"/>
            </a:avLst>
          </a:prstGeom>
          <a:solidFill>
            <a:srgbClr val="22356B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121408"/>
            <a:ext cx="640080" cy="64008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240280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691640" y="2103120"/>
            <a:ext cx="4206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AF2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Меню «Старт» и «Настройки» в VR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46520" y="1828800"/>
            <a:ext cx="5486400" cy="1234440"/>
          </a:xfrm>
          <a:prstGeom prst="roundRect">
            <a:avLst>
              <a:gd name="adj" fmla="val 5926"/>
            </a:avLst>
          </a:prstGeom>
          <a:solidFill>
            <a:srgbClr val="22356B"/>
          </a:solidFill>
          <a:ln/>
        </p:spPr>
      </p:sp>
      <p:sp>
        <p:nvSpPr>
          <p:cNvPr id="9" name="Shape 7"/>
          <p:cNvSpPr/>
          <p:nvPr/>
        </p:nvSpPr>
        <p:spPr>
          <a:xfrm>
            <a:off x="6720840" y="2121408"/>
            <a:ext cx="640080" cy="64008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10" name="Text 8"/>
          <p:cNvSpPr/>
          <p:nvPr/>
        </p:nvSpPr>
        <p:spPr>
          <a:xfrm>
            <a:off x="6720840" y="2240280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498080" y="2103120"/>
            <a:ext cx="4206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AF2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Переключатели и ползунки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3291840"/>
            <a:ext cx="5486400" cy="1234440"/>
          </a:xfrm>
          <a:prstGeom prst="roundRect">
            <a:avLst>
              <a:gd name="adj" fmla="val 5926"/>
            </a:avLst>
          </a:prstGeom>
          <a:solidFill>
            <a:srgbClr val="22356B"/>
          </a:solidFill>
          <a:ln/>
        </p:spPr>
      </p:sp>
      <p:sp>
        <p:nvSpPr>
          <p:cNvPr id="13" name="Shape 11"/>
          <p:cNvSpPr/>
          <p:nvPr/>
        </p:nvSpPr>
        <p:spPr>
          <a:xfrm>
            <a:off x="914400" y="3584448"/>
            <a:ext cx="640080" cy="64008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3703320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691640" y="3566160"/>
            <a:ext cx="4206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AF2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Тестирование на Pico 4 Ultra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008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AA0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VR-студия · Модуль 5 · занятие 15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ЗАКРЕПЛЯЕМ ДОМА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Домашнее задание и курсы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1097280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18288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Задание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60120" y="2194560"/>
            <a:ext cx="102412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Добавить в свой VR-проект меню с двумя кнопками.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32918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Бесплатные курсы по теме (открываются в РФ без VPN)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3749040"/>
            <a:ext cx="1097280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38862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Stepik · Технологии VR — «Основы пользовательского интерфейса»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60120" y="420624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https://stepik.org/lesson/1205317/step/1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972800" y="6446520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n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n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2026-10-02T09:46:40Z</dcterms:created>
  <dcterms:modified xsi:type="dcterms:W3CDTF">2026-10-02T09:46:40Z</dcterms:modified>
</cp:coreProperties>
</file>