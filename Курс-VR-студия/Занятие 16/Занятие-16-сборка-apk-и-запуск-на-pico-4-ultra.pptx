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APK и запуск на Pico 4 Ultra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Build Settings под Pico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APK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Установка через ADB (USB)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по Wi-Fi через Pico Connect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Установочный файл Android-приложения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Settings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Параметры сборки: ARM64, IL2CPP, Vulkan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для установки приложений с ПК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 Connect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Беспроводное подключение шлема к ПК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сборка APK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Установка через adb install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и проверка на шлеме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Установить свою сборку на шлем вторым способом (по Wi-Fi).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6 — «Сборка под ПК, Android и WebGL»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https://stepik.org/lesson/871400/step/1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