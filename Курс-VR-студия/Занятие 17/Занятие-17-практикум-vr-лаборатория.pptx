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Практикум «VR-лаборатория»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Планируем сцену лаборатории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Собираем окружение и объекты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Добавляем механики и UI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Тестируем в шлеме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Сцена-практикум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Тренировочная VR-среда для закрепления навыков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Объекты, кнопки и счётчики в одном проекте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Итерация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Быстрые циклы: правка — сборка — проверка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Готовая сцена для показа другим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Собираем лабораторию с приборами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панель управления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Запускаем на Pico и отлаживаем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 · занятие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Добавить в лабораторию одну собственную механику.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Проектники VR/AR — «Прототипирование дизайн-мышлением»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https://stepik.org/lesson/340106/step/1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