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Занятие 18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Оптимизация для автономных гарнитур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 + практика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663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ПК, Pico 4 Ultra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663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часов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центр «Спутник» · VR-студия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ЗАНЯТИЕ 18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занятия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947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69951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Ограничения автономных шлемов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143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463143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143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LOD и батчинг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331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335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56335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335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Запечённое освещение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" y="3429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" y="374904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" y="3867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Профилирование FPS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 И ПО ДЕЛУ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543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547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6547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Упрощённая модель для дальних объектов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Батчинг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Группировка объектов для быстрой отрисовки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4543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547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Baked Lighting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547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Свет, посчитанный заранее, — не тратит ресурсы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739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Unity Profiler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Инструмент для поиска тормозов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Выполняем задания и проверяем результат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Настраиваем LOD для моделей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Запекаем свет в сцене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8444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Сравниваем FPS до и после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5 · занятие 18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ЗАКРЕПЛЯЕМ ДОМА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 и курсы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Оптимизировать свою сцену и записать FPS до/после.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курсы по теме (открываются в РФ без VPN)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Stepik · Технологии VR — «Системные требования и оптимизация»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https://stepik.org/lesson/1204741/step/1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2026-10-02T09:46:40Z</dcterms:created>
  <dcterms:modified xsi:type="dcterms:W3CDTF">2026-10-02T09:46:40Z</dcterms:modified>
</cp:coreProperties>
</file>