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19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Анимация в VR: Animator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Компонент Animator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Состояния и переходы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 Tree для плавности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Практика: анимируем дверь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Animator Controller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 состояний анимации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 смены состояний по параметрам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 Tree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Плавное смешение нескольких анимаций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Анимация в VR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Объекты, интерфейс и двери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Анимация вращения объекта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Открытие двери через Blend Tree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Плавное появление меню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 · занятие 19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уроки по анимации в курсе на Stepik.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3D — «Управление анимациями»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https://stepik.org/lesson/1204616/step/1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