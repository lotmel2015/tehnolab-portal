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Экосистема и установка ПО. Конкурсная карта года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инструментов: Unity, Blender, Git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Установка Unity Hub и Unity 6 LTS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Установка Blender и Git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первого Unity-проекта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Игровой движок — главный инструмент для создания VR-приложений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Бесплатный редактор для 3D-моделирования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контроля версий для командной работы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 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Программа, которая управляет версиями Unity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Устанавливаем Unity Hub и Unity 6 LTS с модулями Android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Ставим Blender и Git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первый проект по шаблону Universal 3D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1 · занятие 02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первые уроки курса «Unity 6. Знакомство с движком» (stepik.org/course/126291).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6 — «Устанавливаем Unity Hub и Unity»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https://stepik.org/lesson/807945/step/1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2026-10-02T09:46:39Z</dcterms:created>
  <dcterms:modified xsi:type="dcterms:W3CDTF">2026-10-02T09:46:39Z</dcterms:modified>
</cp:coreProperties>
</file>