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20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Пространственный звук в VR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 + практика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ПК, Pico 4 Ultra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20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звук работает в VR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Настраиваем 3D-звук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Audio Mixer и эхо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Обратная связь контроллеров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Spatial Audio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Звук с позицией в пространстве — слышно направление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Audio Mixer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Группы, громкость, эффекты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Haptics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Вибрация контроллеров при действиях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Звуковая среда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Фон, шаги, эффекты — половина ощущения присутствия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Ставим 3D-звук на объект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Эхо в «пещере»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Вибрация при захвате объекта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6 · занятие 20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Добавить звук сбора предмета в свой проект.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Технологии VR — «Аудио»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https://stepik.org/lesson/1205318/step/1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