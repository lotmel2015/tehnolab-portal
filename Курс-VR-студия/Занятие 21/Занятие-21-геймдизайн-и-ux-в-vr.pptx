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21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Геймдизайн и UX в VR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 + практика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ПК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21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Основы геймдизайна (MDA)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Особенности UX в VR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Тестирование сценариев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Составляем список улучшений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MDA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Механика, динамика, эстетика — как устроена игра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UX в VR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Комфорт, укачивание, читаемость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Юзабилити-тест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 удобства на реальном пользователе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Итерации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Игра улучшается маленькими шагами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Тестируем чужой VR-проект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Записываем ошибки интерфейса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Предлагаем 3 улучшения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6 · занятие 21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Пройти курс «Гейм-дизайн» (stepik.org/course/73028).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Stepik · Гейм-дизайн — «Основы гейм-дизайна»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https://stepik.org/lesson/365945/step/1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2026-10-02T09:46:40Z</dcterms:created>
  <dcterms:modified xsi:type="dcterms:W3CDTF">2026-10-02T09:46:40Z</dcterms:modified>
</cp:coreProperties>
</file>