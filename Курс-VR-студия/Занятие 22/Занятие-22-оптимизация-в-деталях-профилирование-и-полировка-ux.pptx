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22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в деталях: профилирование и полировка UX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Ограничения автономных шлемов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LOD и батчинг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Запечённое освещение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Профилирование FPS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Упрощённая модель для дальних объектов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Батчинг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Группировка объектов для быстрой отрисовки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Baked Lighting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Свет, посчитанный заранее, — не тратит ресурсы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Unity Profiler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 для поиска тормозов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LOD для моделей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Запекаем свет в сцене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Сравниваем FPS до и после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6 · занятие 22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Оптимизировать свою сцену и записать FPS до/после.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Технологии VR — «Системные требования и оптимизация»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https://stepik.org/lesson/1204741/step/1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