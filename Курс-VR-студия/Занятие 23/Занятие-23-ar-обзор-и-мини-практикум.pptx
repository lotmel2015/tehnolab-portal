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AR: обзор и мини-практикум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смартфон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AR отличается от VR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Устанавливаем AR Foundation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Распознавание маркеров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Размещение объектов на плоскости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 Foundation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Набор инструментов Unity для дополненной реальности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Tracking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Распознавание картинок-маркеров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 Detection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плоских поверхностей: пол, стол, стены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3D-объект «оживает» поверх маркера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с AR Foundation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Распознаём свой маркер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Размещаем 3D-объект на плоскости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 · занятие 23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курс «Дополненная реальность в Unity» (stepik.org/course/184857).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AR в Unity — «Создание таргетов (мишени)»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https://stepik.org/lesson/1103815/step/1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