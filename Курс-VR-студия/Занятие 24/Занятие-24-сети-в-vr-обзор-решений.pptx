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7373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9C9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VR-студия · Модуль 6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22402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Занятие 24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0632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9E2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Сети в VR: обзор решений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4480560"/>
            <a:ext cx="3566160" cy="685800"/>
          </a:xfrm>
          <a:prstGeom prst="roundRect">
            <a:avLst>
              <a:gd name="adj" fmla="val 16000"/>
            </a:avLst>
          </a:prstGeom>
          <a:solidFill>
            <a:srgbClr val="22356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4663440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448056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E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Теория + практика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434840" y="4480560"/>
            <a:ext cx="3566160" cy="685800"/>
          </a:xfrm>
          <a:prstGeom prst="roundRect">
            <a:avLst>
              <a:gd name="adj" fmla="val 16000"/>
            </a:avLst>
          </a:prstGeom>
          <a:solidFill>
            <a:srgbClr val="22356B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4663440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120640" y="448056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E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ПК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8229600" y="4480560"/>
            <a:ext cx="3566160" cy="685800"/>
          </a:xfrm>
          <a:prstGeom prst="roundRect">
            <a:avLst>
              <a:gd name="adj" fmla="val 16000"/>
            </a:avLst>
          </a:prstGeom>
          <a:solidFill>
            <a:srgbClr val="22356B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4663440"/>
            <a:ext cx="347472" cy="34747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915400" y="448056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E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часов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A0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Региональный центр «Спутник» · VR-студия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VR-СТУДИЯ · ЗАНЯТИЕ 24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План занятия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79476" y="155448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9516" y="1874520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6" name="Text 4"/>
          <p:cNvSpPr/>
          <p:nvPr/>
        </p:nvSpPr>
        <p:spPr>
          <a:xfrm>
            <a:off x="699516" y="199339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99516" y="26974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Архитектуры мультиплеера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11396" y="155448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31436" y="1874520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0" name="Text 8"/>
          <p:cNvSpPr/>
          <p:nvPr/>
        </p:nvSpPr>
        <p:spPr>
          <a:xfrm>
            <a:off x="4631436" y="199339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31436" y="26974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Обзор решений: Photon, FishNet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43316" y="155448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63356" y="1874520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4" name="Text 12"/>
          <p:cNvSpPr/>
          <p:nvPr/>
        </p:nvSpPr>
        <p:spPr>
          <a:xfrm>
            <a:off x="8563356" y="199339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563356" y="26974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Синхронизация объектов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79476" y="342900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9516" y="3749040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8" name="Text 16"/>
          <p:cNvSpPr/>
          <p:nvPr/>
        </p:nvSpPr>
        <p:spPr>
          <a:xfrm>
            <a:off x="699516" y="386791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99516" y="457200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Мини-чат через RPC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КОРОТКО И ПО ДЕЛУ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Теория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345436" y="155448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665476" y="18288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Клиент-сервер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665476" y="237744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Основная модель сетевых игр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55448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97396" y="18288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Photon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97396" y="237744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Популярный сервис для Unity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345436" y="374904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65476" y="40233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Синхронизация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665476" y="457200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Как игроки видят одно и то же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77356" y="374904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97396" y="40233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RPC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97396" y="457200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Вызов методов на других устройствах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Практика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9C9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Выполняем задания и проверяем результат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22356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121408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24028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691640" y="210312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Подключаем Photon к проекту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46520" y="182880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22356B"/>
          </a:solidFill>
          <a:ln/>
        </p:spPr>
      </p:sp>
      <p:sp>
        <p:nvSpPr>
          <p:cNvPr id="9" name="Shape 7"/>
          <p:cNvSpPr/>
          <p:nvPr/>
        </p:nvSpPr>
        <p:spPr>
          <a:xfrm>
            <a:off x="6720840" y="2121408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0" name="Text 8"/>
          <p:cNvSpPr/>
          <p:nvPr/>
        </p:nvSpPr>
        <p:spPr>
          <a:xfrm>
            <a:off x="6720840" y="224028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498080" y="210312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Синхронизируем позицию объекта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29184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22356B"/>
          </a:solidFill>
          <a:ln/>
        </p:spPr>
      </p:sp>
      <p:sp>
        <p:nvSpPr>
          <p:cNvPr id="13" name="Shape 11"/>
          <p:cNvSpPr/>
          <p:nvPr/>
        </p:nvSpPr>
        <p:spPr>
          <a:xfrm>
            <a:off x="914400" y="3584448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70332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691640" y="356616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Проверяем на двух устройствах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A0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VR-студия · Модуль 6 · занятие 24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ЗАКРЕПЛЯЕМ ДОМА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Домашнее задание и курсы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109728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828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Задание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2194560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Разобрать один пример мультиплеерной VR-игры.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291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Бесплатные курсы по теме (открываются в РФ без VPN)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749040"/>
            <a:ext cx="1097280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3886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Stepik · VR и AR в образовании — «Создание VR&amp;AR (программная часть)»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420624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https://stepik.org/lesson/288143/step/1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2026-10-02T09:46:40Z</dcterms:created>
  <dcterms:modified xsi:type="dcterms:W3CDTF">2026-10-02T09:46:40Z</dcterms:modified>
</cp:coreProperties>
</file>