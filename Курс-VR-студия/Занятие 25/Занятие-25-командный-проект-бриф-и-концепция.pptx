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25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Командный проект: бриф и концепция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25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Формируем команды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бриф проекта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концепцию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идей перед группой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 в команде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Тимлид, программист, 3D-художник, геймдизайнер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Бриф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Цели, задачи, целевая аудитория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Концепция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идеи и ключевых механик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идеи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Презентация и обратная связь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Мозговой штурм идей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бриф на 1 страницу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Презентация концепций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 · занятие 25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Доделать концепцию: нарисовать эскиз сцены.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Проектники VR/AR — «Прототипирование дизайн-мышлением»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https://stepik.org/lesson/340106/step/1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