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Проект: ТЗ и геймдизайн-документ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Составляем ТЗ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 геймдизайн-документ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Описываем сценарии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Эскизы уровней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Техническое задание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должна делать игра и как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Геймдизайн-документ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Самый важный документ команды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делает пользователь и что происходит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уровней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Схемы и скетчи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требований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Текстовые сценарии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Схема уровня от руки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7 · занятие 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Завершить геймдизайн-документ своей команды.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Гейм-дизайн — «Разработка технического задания»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https://stepik.org/lesson/367072/step/1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