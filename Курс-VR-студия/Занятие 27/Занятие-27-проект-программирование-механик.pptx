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Занятие 27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Проект: программирование механик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6634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663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ПК, Pico 4 Ultra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448056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2235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663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15400" y="44805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E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часов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Региональный центр «Спутник» · VR-студия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ЗАНЯТИЕ 27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План занятия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7947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69951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951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Строим архитектуру скриптов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143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463143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143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Реализуем ключевые механики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3316" y="155448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63356" y="187452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8563356" y="19933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63356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Счёт и таймер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" y="3429000"/>
            <a:ext cx="3566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9516" y="3749040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" y="386791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9516" y="4572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Сохранение прогресса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 И ПО ДЕЛУ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Теория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4543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6547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Архитектура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66547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Разделение ответственности между скриптами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55448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97396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GameManager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97396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Синглтон, управляющий игрой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34543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547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События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6547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Связь между скриптами без путаницы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77356" y="3749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7396" y="4023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Сохранение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97396" y="4572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PlayerPrefs и JSON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9C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Выполняем задания и проверяем результат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Менеджер игры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4652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9" name="Shape 7"/>
          <p:cNvSpPr/>
          <p:nvPr/>
        </p:nvSpPr>
        <p:spPr>
          <a:xfrm>
            <a:off x="6720840" y="212140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2402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1031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Механика взаимодействия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22356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84448"/>
            <a:ext cx="640080" cy="64008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Сохранение результата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AA0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VR-студия · Модуль 7 · занятие 27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ЗАКРЕПЛЯЕМ ДОМА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Домашнее задание и курсы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72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Задание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Исправить найденные при отладке ошибки.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Бесплатные курсы по теме (открываются в РФ без VPN)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10972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Stepik · Unity для детей — «Компоненты в Unity»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2062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https://stepik.org/lesson/1260269/step/1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2026-10-02T09:46:40Z</dcterms:created>
  <dcterms:modified xsi:type="dcterms:W3CDTF">2026-10-02T09:46:40Z</dcterms:modified>
</cp:coreProperties>
</file>