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Проект: 3D-модели, арт и звук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нужных моделей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Моделируем в Blender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материалы и свет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Добавляем звук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Арт-конвейер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модели до финального вида в сцене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PBR-материалы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стиль для всех объектов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Освещение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Атмосфера уровня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Звуковое оформление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Фон и эффекты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Моделируем главного героя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Заменяем заглушки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Свет и звуковое оформление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 · занятие 28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Доделать недостающие модели по таск-листу команды.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Blender GameDev — «Созданный арт по модели»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https://stepik.org/lesson/907759/step/1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