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29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Проект: интеграция, сборка и тестирование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29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всех частей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Настройка Build Settings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Сборка и запуск на Pico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Баг-трекинг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Объединение кода, арта и звука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Билд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Готовое установочное приложение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 на устройстве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Реальный шлем — лучший тест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Баг-репорт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правильно описывать ошибку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Сборка APK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 на Pico 4 Ultra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Заполняем баг-репорты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7 · занятие 29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Исправить хотя бы один баг из своей игры.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Unity 6 — «Запуск проекта»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https://stepik.org/lesson/805927/step/1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