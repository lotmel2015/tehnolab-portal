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 в C#: переменные, условия, циклы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Разбираем структуру программы на C#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Учим типы данных: int, float, bool, string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Пишем первую консольную программу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Решаем задачи-тренажёры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C#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Язык программирования, на котором работает Unity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Переменные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Именованные ячейки памяти для хранения данных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Типы данных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 — целые, float — дробные, bool — да/нет, string — текст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Консоль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Окно для вывода результата программы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консольный проект в Visual Studio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Пишем программу «Приветствие» с вводом имени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Решаем 5 простых задач на переменные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2 · занятие 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Пройти первые уроки курса «C# для начинающих» (stepik.org/course/99426).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C# — «Переменные. Инициализация переменной»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https://stepik.org/lesson/568562/step/1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2026-10-02T09:46:39Z</dcterms:created>
  <dcterms:modified xsi:type="dcterms:W3CDTF">2026-10-02T09:46:39Z</dcterms:modified>
</cp:coreProperties>
</file>