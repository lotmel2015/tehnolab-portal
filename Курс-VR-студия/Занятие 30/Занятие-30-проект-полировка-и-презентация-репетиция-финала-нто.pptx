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30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Проект: полировка и презентация. Репетиция финала НТО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Полировка и баланс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питч-дек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Видео-демо проекта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Публичная демонстрация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Pitch-дек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Короткая презентация проекта для комиссии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Видео-демо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Запись игры для участников и жюри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Баланс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Настройка сложности и темпа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Публичное выступление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показать VR-проект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Демо-ролик на 1–2 минуты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Постер проекта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Демонстрация другой команде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 · занятие 30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Подготовить ответы на вопросы по проекту.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3D — «Финальный геймплей»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https://stepik.org/lesson/1204651/step/1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