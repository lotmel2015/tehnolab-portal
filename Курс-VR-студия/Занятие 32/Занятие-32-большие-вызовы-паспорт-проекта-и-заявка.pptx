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«Большие вызовы»: паспорт проекта и заявка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Соревнование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Хакатон: правила и треки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Конкурс «Большие вызовы»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проекта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Готовим заявку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Всероссийский 3D/VR/AR-хакатон для школьников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Большие вызовы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Конкурс от Сириуса по направлениям технологий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проекта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актуальность, план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Заявка и демо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нужно для успешной регистрации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Выбираем направление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Заполняем паспорт проекта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заявку команды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Заполняем паспорт проекта «Большие вызовы» (структура, актуальность, план)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Оформить видео-демо проекта для конкурса.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 (официальная страница)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https://hackathons.varwin.com/varwin-hack-26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