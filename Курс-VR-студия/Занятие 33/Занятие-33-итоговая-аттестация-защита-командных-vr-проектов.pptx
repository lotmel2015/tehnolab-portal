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33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Итоговая аттестация: защита командных VR-проектов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Аттестация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33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 стенда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Демонстрация на Pico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и вопросы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по критериям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оценки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ТЗ, реализация, UX, арт, защита, команда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защиты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— решение — демо — результат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Ответы на вопросы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аргументировать выбор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Стендовая защита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с аудиторией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перед комиссией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 в шлеме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Заполнение оценочных листов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 · занятие 33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Записать рефлексию: что получилось и что улучшить.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Технологии VR — «Итоговый тест»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https://stepik.org/lesson/1205325/step/1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