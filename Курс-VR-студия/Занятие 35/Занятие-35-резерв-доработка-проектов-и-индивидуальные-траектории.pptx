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35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Резерв: доработка проектов и индивидуальные траектории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Аттестация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Оформляем портфолио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 по году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Планы на следующее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Вручение сертификатов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Портфолио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Проекты, сертификаты и достижения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узнал, чему научился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Траектория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НТО, хакатоны, индивидуальные проекты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Сообщество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продолжить общение после курса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Личная страница портфолио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Анкета обратной связи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Круглый стол по итогам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8 · занятие 35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Обсудить с родителями продолжение занятий.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C# для Unity — «А что делать дальше?»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https://stepik.org/lesson/1381039/step/1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