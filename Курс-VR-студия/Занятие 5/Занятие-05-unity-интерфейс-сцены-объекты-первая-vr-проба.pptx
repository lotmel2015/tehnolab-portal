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05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Unity: интерфейс, сцены, объекты + первая VR-проба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 + практика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ПК, Pico 4 Ultra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Изучаем панели Unity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Разбираем GameObject и компоненты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Учим систему координат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Создаём первую сцену с фигурами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Мир, который видит игрок, — уровень игры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GameObject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Любой объект в сцене: куб, свет, камера, персонаж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Компоненты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Кирпичики поведения объекта: Transform, рендерер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координат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X, Y, Z — положение и поворот в 3D-пространстве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Создаём сцену с кубом, сферой и плоскостью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Меняем позицию и масштаб объектов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Создаём префаб из объекта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3 · занятие 05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Пройти базовый курс «Unity Базовый курс 3D» (stepik.org/course/194574).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Unity 6 — «Обзор интерфейса»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https://stepik.org/lesson/807989/step/1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