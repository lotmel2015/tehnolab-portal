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Скрипты в Unity: MonoBehaviour, массивы и методы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первый скрипт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Изучаем Start и Update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Работаем с Transform из кода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Практика: вращающийся куб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MonoBehaviour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 класс для всех скриптов Unity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Вызывается один раз при запуске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Вызывается каждый кадр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Позиция, поворот и масштаб объекта доступны из кода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Скрипт вращения объекта (Rotate)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Перемещение объекта по оси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Исправляем ошибки в Консоли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3 · занятие 06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Написать скрипт, который двигает объект к цели.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3D — «Скрипты»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https://stepik.org/lesson/1203219/step/1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