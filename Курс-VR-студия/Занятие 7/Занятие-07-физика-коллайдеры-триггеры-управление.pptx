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07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Физика, коллайдеры, триггеры, управление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Разбираем Rigidbody и коллайдеры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Учим триггеры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управление персонажем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Практика: платформер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Rigidbody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Компонент физики: масса, гравитация, силы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Коллайдер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Невидимая форма объекта для столкновений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Триггер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 срабатывания события без физики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с клавиатуры: WASD и пробел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персонажем через WASD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Прыжок и гравитация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Триггер-зона «финиш»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3 · занятие 07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уроки про физику в курсе на Stepik.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3D — «Коллайдеры и триггеры»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https://stepik.org/lesson/1204618/step/1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