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09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Blender: интерфейс и примитивы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Знакомимся с интерфейсом Blender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примитивы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Учим трансформации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Собираем первую композицию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Бесплатный редактор 3D-моделей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Примитивы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Готовые формы: куб, сфера, цилиндр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Трансформации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Перемещение, вращение, масштабирование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Режимы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Mode и Edit 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композицию «Натюрморт» из фигур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Перемещаем и масштабируем объекты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Экспортируем модель в FBX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4 · занятие 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курс «Основы 3D моделирования в Blender» (stepik.org/course/72370).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Blender — «Знакомство с Blender»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https://stepik.org/lesson/357795/step/1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