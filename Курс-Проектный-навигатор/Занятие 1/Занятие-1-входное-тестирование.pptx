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Первое занятие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Входное тестирование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Знакомимся, определяем твой уровень и группу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868680" cy="868680"/>
          </a:xfrm>
          <a:prstGeom prst="ellipse">
            <a:avLst/>
          </a:prstGeom>
          <a:solidFill>
            <a:srgbClr val="1F6F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00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5605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Кейс и тест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108960" y="4617720"/>
            <a:ext cx="868680" cy="868680"/>
          </a:xfrm>
          <a:prstGeom prst="ellipse">
            <a:avLst/>
          </a:prstGeom>
          <a:solidFill>
            <a:srgbClr val="1F6F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48006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5605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Собеседование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577840" y="4617720"/>
            <a:ext cx="868680" cy="868680"/>
          </a:xfrm>
          <a:prstGeom prst="ellipse">
            <a:avLst/>
          </a:prstGeom>
          <a:solidFill>
            <a:srgbClr val="1F6FE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480060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2080" y="56052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Уровень и группа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Знакомимся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109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 на имена, правила группы, дежурства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 программе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685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Проект, учебный год, конкурсы и ИИ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560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Мини-кейс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26196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минут: проблема, ЦА, цель, план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109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вопросов · 20 минут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Собеседование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685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5–7 минут на человека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166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426196" y="5715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Твой уровень и группа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проект?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себя: сможешь ли ты объяснить это своими словами?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ЧЕТЫРЕ ПРИЗНАКА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отличает проект от реферата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Уникальность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раз решаем новую задачу — нет готового ответа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4173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645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19672" y="21945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Знаем, какой результат хотим получить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Разбиваем работу на этапы и ставим сроки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35204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Ограниченность во времени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19672" y="42976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проекта есть начало и конец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Реферат пересказывает готовое · проект создаёт новое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760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реферат про традиции ≠ проект · школьная ярмарка с целью и планом = проект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ТИПЫ ПРОЕКТОВ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Каким может быть твой проект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463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5276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Исследовательский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65276" y="2240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Изучаем, проводим опыты, делаем выводы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48556" y="1463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2876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Прикладной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22876" y="2240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продукт, который решает задачу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6156" y="1463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0476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Творческий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80476" y="2240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Воплощаем идею: спектакль, выставка, фильм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0956" y="37947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5276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Социальный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65276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Помогаем людям, меняем жизнь вокруг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48556" y="37947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2876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Инженерный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22876" y="4572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Проектируем и собираем устройство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Твой проект может сочетать несколько типов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Куда ведёт эта тропинка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Месяц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Что происходит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0"/>
                    </a:solidFill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Сентябрь–октябрь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Идея, проблема, цель по SMART, защита идеи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Октябрь–ноябрь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План-график, риски, команда, источники, защита плана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Декабрь–февраль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Прототип (Figma, Tinkercad, Canva), тестирование, текст по ГОСТ, презентация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Февраль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Школьная конференция — защита проекта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Март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Конкурс НТО Junior и портфолио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Апрель–май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Рефлексия, сертификат, цели на следующий уровень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EAF2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Входное тестирование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не экзамен — это точка отсчёта, с которой ты начнёшь год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МИНИ-КЕЙС · 30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Сформулируйте проблему, определите целевую аудиторию, поставьте цель и составьте примерный план из 3–4 шагов.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0–2 балла: конкретная, с указанием пользователя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310896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Целевая аудитория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39319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0–2 балла: «ученики 8–9 классов школы №…», а не «все»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10896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по SMART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39319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0–2 балла: конкретная, измеримая, с сроком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310896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3–4 шага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81160" y="393192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0–2 балла: с этапами и сроками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 мини-кейс: 0–8 баллов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 · 10 ВОПРОСОВ · 20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Проверяем базовые понятия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Проект — это…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5352" y="137160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3952" y="1508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Чем проект отличается от реферата?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9572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Что такое проблема проекта?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2258568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39572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Кто такая целевая аудитория?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45536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8269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Что такое SMART?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5352" y="3145536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328269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Что такое контрольная точка?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6966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Что такое прототип?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5352" y="4032504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416966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Что такое MVP?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919472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0566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 Что такое риски проекта?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45352" y="4919472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50566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 Что такое рефлексия?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Вопросы — с вариантами ответов, бланк выдаст педагог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СОБЕСЕДОВАНИЕ · 5–7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Короткий разговор о твоём опыте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«Чем проект отличается от доклада?»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«Приведи пример проекта, который ты видел»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«Что ты делал своими руками за последний год?»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«Участвовал ли в конкурсах, выступал ли с докладом?»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«Есть ли у тебя свой проект или идея?»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ответам педагог заполняет протокол: 6 критериев, 0–2 балла каждый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ОПРЕДЕЛЯЮТ УРОВЕНЬ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Считаем баллы и формируем группы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  <a:gridCol w="5577840"/>
              </a:tblGrid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Часть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Баллы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Что это даёт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0"/>
                    </a:solidFill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 критериев собеседования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0–12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Опыт, понимание проекта, конкурсы, продукт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Мини-кейс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0–8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Умение сформулировать проблему, ЦА, цель, план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Тест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0–10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Знание базовых понятий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ИТОГО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0–30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Сумма трёх частей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0956" y="35661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5276" y="3749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0–6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065276" y="4526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65276" y="4983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Начинаем с нуля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48556" y="35661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22876" y="3749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722876" y="4526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Базовый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22876" y="4983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Уже есть опыт — углубляемся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06156" y="35661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80476" y="3749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14–18+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380476" y="4526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Продвинутый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380476" y="4983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Работаем как проектная команда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Уровень не приговор: в течение года его можно повысить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ТЕСТИРОВАНИЯ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дальше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Педагог объявляет распределение по группам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Знакомимся с группой и выбираем тему первых идей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Следующее занятие — «Что такое проект»: признаки и типы подробнее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7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Начинаем вести дневник проекта (Яндекс.Документы)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задание: подумай, какая проблема вокруг тебя кажется самой важной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Добро пожаловать в проект!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2026-10-02T09:07:26Z</dcterms:created>
  <dcterms:modified xsi:type="dcterms:W3CDTF">2026-10-02T09:07:26Z</dcterms:modified>
</cp:coreProperties>
</file>