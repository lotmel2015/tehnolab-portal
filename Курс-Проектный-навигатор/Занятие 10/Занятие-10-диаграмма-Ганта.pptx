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0\Занятие-10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Десятое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Ганта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Весь проект на одной картинке: задачи, сроки, контрольные точки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Ресурсы и задачи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диаграмма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Ось, полосы, контрольные точки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строить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шага планирования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Разбор примера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Готовая диаграмма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Заготовка своего проекта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доработка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диаграмма Ганта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+ время + полосы + контрольные точки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УСТРОЙСТВО ДИАГРАММЫ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части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Слева: узнать, сделать, протестировать, оформить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Ось времени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Сверху: месяцы от старта до конца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Полосы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Длина = срок задачи, цвет = ресурс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Контрольные точки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проверяем, успеваем ли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«Стоп-кадр» всего проекта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СТРОИТЬ ДИАГРАММУ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шага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5216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Выписать по порядку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11296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месяцев на каждую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37376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Контрольные точки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после этапов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64592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363456" y="2560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Полосы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Цвет полосы = ресурс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Учебный проект обычно 4–6 месяцев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Подготовка к контрольной: 2 недели · теория в 1-ю, задачи во 2-ю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Контрольные точки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мы останавливаемся и проверяем план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КОНТРОЛЬНЫЕ ТОЧКИ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«Бейджи» проекта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делаем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Сверяемся: что готово, где отстаём, что скорректировать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значит КТ пройдена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11296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 завершена и принята — есть результат на руках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КТ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3–4 на школьный проект, после каждого крупного этапа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 = бейдж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63456" y="32004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Прошёл этап — получил отметку, отметь в дневнике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КТ «пробная контрольная» за 3 дня — если ниже 80%, есть время исправить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РАЗБОР ПРИМЕРА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Настольная игра для 8–9 классов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155680" cy="658368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48840" y="13716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13716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Нояб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13716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Фев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137160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20840" y="137160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11155680" cy="658368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2996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Изучить 5 игр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2139696"/>
            <a:ext cx="640080" cy="438912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029968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Информационные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688336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Придумать механику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63240" y="2798064"/>
            <a:ext cx="640080" cy="438912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688336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Материальные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11155680" cy="658368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46704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Собрать прототип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77640" y="3456432"/>
            <a:ext cx="640080" cy="438912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346704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Материальные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00507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 на 10 уч.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4114800"/>
            <a:ext cx="640080" cy="438912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005072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Человеческие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63440"/>
            <a:ext cx="11155680" cy="658368"/>
          </a:xfrm>
          <a:prstGeom prst="rect">
            <a:avLst/>
          </a:prstGeom>
          <a:solidFill>
            <a:srgbClr val="F0EBF5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6634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Оформить правила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4773168"/>
            <a:ext cx="640080" cy="438912"/>
          </a:xfrm>
          <a:prstGeom prst="rect">
            <a:avLst/>
          </a:prstGeom>
          <a:solidFill>
            <a:srgbClr val="1F6FE0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4663440"/>
            <a:ext cx="1554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Временные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Контрольные точки: после «изучить» · после «прототипа» · после теста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своего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задачи проекта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 сроки каждой задачи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Отметь 3–4 контрольные точки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Нарисуй полосы на таблице, цвет = ресурс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заготовку в приложение-шаблон и в дневник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предлагает — план и сроки определяешь ты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с полосами на оси времени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Контрольные точки: 3–4 отметки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Ресурс каждой задачи: цвет полосы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понял(а) ___ · что помогает держать сроки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черновик через DeepSeek (chat.deepseek.com) · на следующем занятии — полный план-график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План, который видно сразу — план, который сработает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2026-10-02T09:09:29Z</dcterms:created>
  <dcterms:modified xsi:type="dcterms:W3CDTF">2026-10-02T09:09:29Z</dcterms:modified>
</cp:coreProperties>
</file>