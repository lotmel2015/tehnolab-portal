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1\Занятие-11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Одиннадцатое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Составление план-графика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Этапы, сроки, ответственные, результаты и контрольные точки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Ганта, контрольные точки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плана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Этап, сроки, ответственный, КТ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Готовый план-график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4+ этапа, КТ, ответственные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свой план-график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с педагогом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план-графика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Соединяем цель, задачи, ресурсы и диаграмму Ганта в одну таблицу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КОЛОНОК ПЛАНА-ГРАФИКА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каждого этапа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2356" y="164592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" y="1920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5236" y="2880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за работа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7732" y="164592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0612" y="1920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10612" y="2880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Конкретные шаги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3108" y="164592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5988" y="1920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5988" y="2880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Когда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8484" y="164592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1364" y="1920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Ответственный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1364" y="2880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отвечает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23860" y="164592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6740" y="1920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06740" y="2880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«на выходе»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89236" y="1645920"/>
            <a:ext cx="1737360" cy="29260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72116" y="1920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Контрольная точка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72116" y="2880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проверяем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Ответственный — залог того, что задача не «потеряется»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Мероприятие: сценарий у Маши за 3 недели · реквизит у Серёжи за 2 недели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ПЛАН-ГРАФИКА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Настольная игра для 8–9 классов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3716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Ответств.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371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0" y="1371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11155680" cy="658368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29968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299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Изучить 5 игр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02996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Октябрь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0299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Иван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0299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игр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20299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КТ1 · 25 окт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88336"/>
            <a:ext cx="11155680" cy="658368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88336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68833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Механика, эскиз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68833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Ноябрь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68833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6883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Эскиз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26883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КТ2 · 30 ноя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346704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3467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из картона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34670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Декабрь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334670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Иван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3467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33467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КТ3 · 25 дек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11155680" cy="658368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005072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005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на 10 уч.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400507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Февраль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400507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Анна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52160" y="4005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Отзывы 10 чел.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4005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КТ4 · 25 фев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663440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46634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Правила, доработка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466344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80560" y="466344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0" y="466344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Игра, правила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466344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 · март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этапов — больше 4, у каждого срок, ответственный, результат и КТ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 план-графика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меньше 4 этапов · КТ на каждом · ответственный у каждого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свой план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меньше 4 этапов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Контрольная точка у каждого этапа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Ответственный у каждого этапа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 у каждого этапа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Сроки реальны до конца года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4 этапов — детализируй. Нет КТ — добавь отметку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План-график своего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диаграмму Ганта с прошлого занятия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Выдели не меньше 4 этапов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Укажи сроки, ответственного, результат каждого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Поставь контрольную точку на каждый этап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по чек-листу и согласуй с педагогом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С ПЕДАГОГОМ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проверит наставник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Педагог смотрит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меньше 4 этапов · есть КТ · есть ответственный · сроки реальны · результат ясен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Ты получаешь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19672" y="24688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Одобренный план или конкретные правки · после правок план фиксируется в дневнике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Приди с проверенным по чек-листу планом — получишь добро быстрее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оценивает — план согласуешь с педагогом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Мой план-график: не меньше 4 этапов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каждого: срок, ответственный, результат, КТ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План-график согласован с педагогом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понял(а) ___ · что далось труднее всего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проверь план через DeepSeek (chat.deepseek.com) · итог фиксируешь с педагогом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Хороший план — это уже половина сделанного проекта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2026-10-02T09:09:30Z</dcterms:created>
  <dcterms:modified xsi:type="dcterms:W3CDTF">2026-10-02T09:09:30Z</dcterms:modified>
</cp:coreProperties>
</file>