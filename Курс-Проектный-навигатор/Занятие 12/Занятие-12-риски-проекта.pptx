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2\Занятие-12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Двенадцатое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Риски проекта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может пойти не так — и как сделать, чтобы проект получился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План-график и контрольные точки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может пойти не так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Риски и их примеры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Матрица рисков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Вероятность × влияние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Снижение рисков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способа + запасной план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Матрица рисков проекта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дневник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 — что может пойти не так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Хороший проект заранее записывает риски, а не «вспоминает» их в самый важный момент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ГРУППЫ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вида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Временные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успеваем к сроку, этап затянулся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Ресурсные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хватило материалов, сломался инструмент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Командные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Кто-то заболел, не сделал часть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Технические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не работает, данные не сходятся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Примеры: «не успею собрать прототип», «не найдётся 10 человек для теста»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для перемены · а тест назначен на день контрольной — перемены сократились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МАТРИЦА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Вероятность × влияние = приоритет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155680" cy="777240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Влияние / Вероятность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37560" y="1554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Низкая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80760" y="1554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Средняя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23960" y="1554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Высокая 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1155680" cy="77724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Высокое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следить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снижать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23960" y="2331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3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· срочно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Среднее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108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принять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3108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снижать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3108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снижать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11155680" cy="77724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Низкое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3756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принять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принять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2396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следить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6–9 — план снижения обязателен · 1–2 — можно принять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«нет 10 тестировщиков» · вероятность 2 × влияние 3 = приоритет 6 → снижаем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снижать риски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способа + запасной план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ЧЕТЫРЕ СПОСОБА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для каждого риска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Избежать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Убрать источник: проще путь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Снизить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Меньше вероятность или влияние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Передать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Педагог, эксперт, родитель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Принять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Б на всякий случай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Б: «если случится X, я сделаю Y»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мероприятие на улице · дождь? → переносим в спортзал, договорились заранее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Составь матрицу рисков своего проекта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Матрица рисков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Выпиши 3+ рисков своего проекта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Оцени вероятность и влияние (1–3)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Посчитай приоритет (В × Вл)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рисков 6–9 выбери способ снижения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главного риска — запасной план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предлагает риски — решение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Мои 3+ риска с оценкой вероятности и влияния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рисков 6–9 — план снижения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Запасной план для главного риска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главный риск ___ · мой план Б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проверь матрицу через DeepSeek (chat.deepseek.com) ·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Риск, записанный заранее, — уже наполовину снят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2026-10-02T09:01:19Z</dcterms:created>
  <dcterms:modified xsi:type="dcterms:W3CDTF">2026-10-02T09:01:19Z</dcterms:modified>
</cp:coreProperties>
</file>