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13\Занятие-13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Тринадцатое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 и роли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Кто за что отвечает: роли, сильные стороны, матрица ответственности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Риски и план-график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Роли в команде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Капитан, аналитик, дизайнер, докладчик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Сильные стороны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Самодиагностика, зоны роста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Матрица ответственности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Кто за что отвечает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Командное совещание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Цель, роли, план, каналы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 + ближайший шаг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Роли в команде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 каждой задачи — свой ответственный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РОЛИ В КОМАНДЕ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Роль — это список обязанностей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Капитан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85216" y="31089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Организует, следит за сроками, решает споры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Аналитик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11296" y="31089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Собирает данные, считает, проверяет факты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Дизайнер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37376" y="31089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Макет, оформление, презентация, продукт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Докладчик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363456" y="31089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Выступление, репетиция, ответы на вопросы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Роль — не звание, а обязанности. Распишите их!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Стенгазета: капитан следит за сроками, аналитик — факты, дизайнер — макет, докладчик — речь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СИЛЬНЫЕ СТОРОНЫ И ЗОНЫ РОСТА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Роль выбираем по сильным сторонам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Сильная сторона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получается легко и с удовольствием: организовывать, считать, рисовать, говорить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Зона роста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19672" y="23774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пока слабовато. Не приговор, а план: выбирая роль, растёшь постепенно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Хочешь планировать → капитан · Цифры → аналитик · Рисовать → дизайнер · Выступать → докладчик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ИИ-помощь: DeepSeek предложит вопросы для самодиагностики — ответы ищи в себе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Матрица ответственности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 — ответственный · П — помогает · У — участвует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МАТРИЦА ОТВЕТСТВЕННОСТИ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155680" cy="731520"/>
          </a:xfrm>
          <a:prstGeom prst="rect">
            <a:avLst/>
          </a:prstGeom>
          <a:solidFill>
            <a:srgbClr val="1F6FE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463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Иван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0" y="1463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Анна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0" y="1463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Максим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1155680" cy="731520"/>
          </a:xfrm>
          <a:prstGeom prst="rect">
            <a:avLst/>
          </a:prstGeom>
          <a:solidFill>
            <a:srgbClr val="F0EBF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945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Изучить 5 игр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194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2194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1832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Придумать механику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9260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29260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41832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11155680" cy="731520"/>
          </a:xfrm>
          <a:prstGeom prst="rect">
            <a:avLst/>
          </a:prstGeom>
          <a:solidFill>
            <a:srgbClr val="F0EBF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576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Собрать прототип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36576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0" y="36576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18320" y="3657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3891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Подготовить защиту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43891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0" y="43891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18320" y="43891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 каждой задачи — ровно один «О». Два «О» = ответственного нет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Пример: «купить шары на праздник» — один «О», второй «П». Двум «О» — шаров не будет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Первое командное совещание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Договоритесь о 5 вещах за 1 час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СОВЕЩАНИЕ: 5 ПУНКТОВ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Зафиксируйте в протоколе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3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3796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3796" y="32004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делаем: повторить цель своими словами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56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39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939796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Роли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39796" y="32004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Кто за что отвечает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42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5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25796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25796" y="32004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Этапы и сроки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28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1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511796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Каналы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11796" y="32004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Где общаемся, когда встречаемся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14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97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797796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Ближайший шаг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97796" y="32004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Кто что делает до субботы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протокола совещание забывается за час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Договорились на перемене: Аня — рисунки к пятнице, Костя — речь к понедельнику. Всё в дневнике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35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Роли и матрица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Самодиагностика сильных сторон (10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Распредели роли в команде (10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Составь матрицу ответственности (10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Первое совещание: цель, роли, план, каналы, шаг (15 минут)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предложит вопросы и обязанности — решает команда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Моя роль: капитан / аналитик / дизайнер / докладчик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Матрица ответственности: кто за что отвечает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Ближайший шаг до следующей субботы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сильная сторона ___ · что сделаю для команды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3 сильные стороны + 1 зона роста · проверь роли через DeepSeek · решение за командой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Команда, где у каждого своё дело, делает проект на двоих быстрее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2026-10-02T09:14:04Z</dcterms:created>
  <dcterms:modified xsi:type="dcterms:W3CDTF">2026-10-02T09:14:04Z</dcterms:modified>
</cp:coreProperties>
</file>