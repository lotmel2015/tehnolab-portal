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4\Занятие-14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Четырнадцатое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Источники информации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3–5 источников и оформление списка по ГОСТ 7.32-2017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Риски и роли команды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Первичные и вторичные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отличаются источники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искать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eLibrary, КиберЛенинка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Надёжность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критерия проверки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ГОСТ 7.32-2017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литературы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и итог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источников + рефлексия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Первичные и вторичные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Первичный — сам источник данных. Вторичный — тот, что о нём рассказывает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ПЕРВИЧНЫЕ И ВТОРИЧНЫЕ ИСТОЧНИКИ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проекта полезны оба, первичные ценнее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Опрос, наблюдение, эксперимент, документ, оригинальная статья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Вторичный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5146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Обзор, учебник, статья об исследовании, лекция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Свой опрос — первичный. Статья о чужом опросе — вторичный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Реферат по истории: свой опрос о дне города — первичный, учебник — вторичный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ИСКАТЬ: РОССИЙСКИЕ БАЗЫ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VPN, открыто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828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eLibrary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5216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elibrary.ru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" y="28346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Научные статьи, журналы, диссертации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828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КиберЛенинка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11296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cyberleninka.ru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1296" y="28346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Открытые научные статьи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828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ГОСТы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37376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docs.cntd.ru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7376" y="28346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Нормативные документы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828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Госсайты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63456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Офиц. страницы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63456" y="28346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Статистика и отчёты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DeepSeek подберёт литературу — ты проверишь каждую ссылку сам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реферата по истории: учебник в школьной библиотеке + 2 статьи в КиберЛенинке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надёжности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проверки перед тем, как взять источник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КРИТЕРИЯ НАДЁЖНОСТИ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всякая страница — источник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Авторство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автор или организация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 3–5 лет, не старьё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Достоверность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Данные, ссылки, научность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Назначение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Научить, а не продать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Берём статьи, учебники, официальное · анонимные тексты — не берём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 «История школы» без автора и даты — не источник. Подписанная статья 2025 г. — источник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ОФОРМЛЕНИЕ ПО ГОСТ 7.32-2017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литературы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Статья: Иванов И. И. Название // Журнал. — 2024. — № 4. — С. 12–18.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Книга: Петров А. А. Управление проектами: учебник. — М.: Изд-во МГУ, 2023. — 240 с.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Сайт: Официальный сайт. — URL: https://… (дата обращения: 15.11.2026)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таблице источника: автор · название · тип · ссылка · первичный/вторичный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источников своего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 тему поиска по задачам проекта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Найди 3–5 источников в eLibrary / КиберЛенинке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каждый по 4 критериям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таблицу: автор, название, тип, ссылка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 3 записи списка по ГОСТ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подберёт литературу — проверка фактов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Мои 3–5 источников с автором, названием, типом, ссылкой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Отметка: первичный или вторичный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по ГОСТ для 3 источников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полезный источник ___ · что ещё поищу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список через DeepSeek (chat.deepseek.com) · доведи до 3–5 и запиши в дневник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Хороший источник — половина надёжного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2026-10-02T09:15:04Z</dcterms:created>
  <dcterms:modified xsi:type="dcterms:W3CDTF">2026-10-02T09:15:04Z</dcterms:modified>
</cp:coreProperties>
</file>