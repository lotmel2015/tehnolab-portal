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5\Занятие-15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плана проекта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минуты, 3 слайда: план, риски, роли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План-график, риски, роли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минуты, 3 слайда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Аргументы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такой план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Оцениваем выступления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планов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выступают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Корректировка плана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Формат: 3 минуты, 3 слайда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· Риски · Роли — три блока с аргументами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СЛАЙДА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секунд на слайд + минута на вопросы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5276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5276" y="29260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и сроки, контрольные точки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8556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287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2876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22876" y="29260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Главные риски и как справляемся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6156" y="155448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0476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0476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0476" y="29260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за что отвечает (матрица)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Свыше 3 минут — минус к оценке. Репетируй вслух!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«подготовка к контрольной за 2 недели»: этапы, риск «не успею повторить», роли — 3 минуты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АРГУМЕНТИРОВАТЬ РЕШЕНИЯ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Объясняй «почему», а не только «что»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Логичная последовательность, ведут к цели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каждой задаче — обоснованный срок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по сильным сторонам: капитан, аналитик…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Главный риск с приоритетом и планом 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поможет сформулировать аргументы · решаешь ты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«Почему две недели?» — 4 дня темы, 3 дня задачи, 5 дней пробный тест → аргумент готов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проверяем в каждом выступлении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КРИТЕРИЯ ЗАЩИТЫ ПЛАНА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Поставь «да/нет» каждой команде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понятен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2926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Этапы, сроки и КТ ведут к цели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11296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Риски учтены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2926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Главные риски и план снижения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37376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ясны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2926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ответственный по каждой задаче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63456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Регламент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29260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минуты + аргументы + ответы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Фидбек: 2 плюса + 1 совет · вопросы «укрепляют», а не «заваливают»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Совет после защиты: «повториш именно темы с ошибками» — план стал точнее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Защити план за 3 минуты с 3 слайдами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ЗАЩИТА ПЛАНОВ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команда выступает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3 слайда: план, риски, роли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Проговори аргументы: почему такие этапы и сроки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Выступи за 3 минуты — таймер (по 5 мин на команду)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 даёт «2 плюса + 1 совет» (3 минуты)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правки в план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поможет сформулировать аргументы — решение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Скорректируй план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Правки плана по обратной связи группы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Уточнённые риски и запасной план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Финальная версия распределения ролей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укрепить в плане ___ · неожиданный вопрос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внеси правки → проверь через DeepSeek (chat.deepseek.com) → финал в дневнике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Хороший план выдерживает вопросы — и становится лучше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2026-10-02T09:16:00Z</dcterms:created>
  <dcterms:modified xsi:type="dcterms:W3CDTF">2026-10-02T09:16:00Z</dcterms:modified>
</cp:coreProperties>
</file>