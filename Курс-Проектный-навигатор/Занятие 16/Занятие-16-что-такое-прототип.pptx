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otmel\Desktop\ПД\Занятие 16\Занятие-16-обложка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206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Шестнадцатое занятие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такое прототип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Прототип, MVP и выбор формы продукта · Проектный навигатор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Повторение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09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Защита плана, источники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Прототип и MVP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85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это и зачем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Формы продукта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61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Макет, сайт, буклет, 3D, опрос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выбрать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09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Критерии выбора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Примеры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685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Проекты-победители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261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Своя форма + обоснование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Прототип — первая рабочая версия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Модель, которую можно показать и сказать «попробуй»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ЗАЧЕМ НУЖЕН ПРОТОТИП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MVP — минимальная версия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Прототип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Первая рабочая версия продукта: показать пользователю, проверить идею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5352" y="146304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19672" y="242316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Минимально жизнеспособный прототип: самый простой вариант, который уже решает главную задачу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Игра — картонный прототип · сайт — одна страница · буклет — черновик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Пример: MVP игры — картонный прототип (поле, фишки, кубик), а не «красивая коробка»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ФОРМЫ ПРОДУКТА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Зависит от типа проекта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79776" y="1600200"/>
            <a:ext cx="1554480" cy="1920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62656" y="18288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Макет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62656" y="256032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Физическая модель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71416" y="1600200"/>
            <a:ext cx="1554480" cy="1920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54296" y="18288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Сайт / страница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54296" y="256032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Онлайн-версия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63056" y="1600200"/>
            <a:ext cx="1554480" cy="1920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5936" y="18288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Буклет / плакат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45936" y="256032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Печатный материал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54696" y="1600200"/>
            <a:ext cx="1554480" cy="1920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37576" y="18288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3D-модель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37576" y="256032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3D-редакторе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79776" y="3685032"/>
            <a:ext cx="1554480" cy="1920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62656" y="3913632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Опрос / анкета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62656" y="4645152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Продукт-исследование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71416" y="3685032"/>
            <a:ext cx="1554480" cy="1920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54296" y="3913632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Видео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54296" y="4645152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Короткий ролик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63056" y="3685032"/>
            <a:ext cx="1554480" cy="1920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3913632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Мероприятие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45936" y="4645152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Игра, квест, выставка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854696" y="3685032"/>
            <a:ext cx="1554480" cy="1920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37576" y="3913632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Приложение / бот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37576" y="4645152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Цифровой продукт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Инженерный → макет · Прикладной → сайт/буклет · Социальный → мероприятие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Выбор формы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вопроса, чтобы выбрать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ВОПРОСА ВЫБОРА ФОРМЫ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Ответь и выбери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554480"/>
            <a:ext cx="32918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95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19556" y="24688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Тип проекта?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19556" y="301752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Исследовательский, прикладной, творческий, социальный, инженерный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48556" y="1554480"/>
            <a:ext cx="32918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771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677156" y="24688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показать ЦА?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77156" y="301752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Потрогать · посмотреть · почитать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06156" y="1554480"/>
            <a:ext cx="32918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47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334756" y="24688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успеем?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34756" y="301752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 срокам план-графика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Примеры проектов: bigchallenges.ru → раздел «Проекты»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Игра на перемену: показать классу «сыграть» → форма «мероприятие/макет», соберёшь за пару вечеров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Выбери форму продукта и опиши MVP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30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Форма продукта проекта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Определи тип своего проекта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Выбери 2–3 подходящие формы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Обоснуй выбор: почему форма решает проблему ЦА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Выбери одну форму для прототипа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Опиши MVP — самый простой вариант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 предложит форму — выбор и обоснование за тобой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дневник + рефлексия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Форма продукта: одна выбранная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Обоснование: почему она решает проблему ЦА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MVP: самый простой вариант прототипа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Рефлексия: моя форма ___ · мой MVP ___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ДЗ: проверь форму через DeepSeek (chat.deepseek.com) · на следующем занятии начнём прототип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Самый простой прототип — уже шаг к настоящему продукту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2026-10-02T09:17:03Z</dcterms:created>
  <dcterms:modified xsi:type="dcterms:W3CDTF">2026-10-02T09:17:03Z</dcterms:modified>
</cp:coreProperties>
</file>