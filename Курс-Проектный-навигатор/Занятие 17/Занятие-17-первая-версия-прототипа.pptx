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2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Lotmel\Desktop\ПД\Занятие 17\Занятие-17-обложка.jpg">    </p:cNvPr>
          <p:cNvPicPr>
            <a:picLocks noChangeAspect="1"/>
          </p:cNvPicPr>
          <p:nvPr/>
        </p:nvPicPr>
        <p:blipFill>
          <a:blip r:embed="rId1"/>
          <a:srcRect l="0" r="0" t="21868" b="21868"/>
          <a:stretch/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160520"/>
            <a:ext cx="12188952" cy="2697480"/>
          </a:xfrm>
          <a:prstGeom prst="rect">
            <a:avLst/>
          </a:prstGeom>
          <a:solidFill>
            <a:srgbClr val="1B2A4A">
              <a:alpha val="9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640080" y="4206240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Семнадцатое занятие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640080" y="47091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Создание первой версии прототипа</a:t>
            </a:r>
            <a:endParaRPr lang="en-US" sz="3400" dirty="0"/>
          </a:p>
        </p:txBody>
      </p:sp>
      <p:sp>
        <p:nvSpPr>
          <p:cNvPr id="6" name="Text 3"/>
          <p:cNvSpPr/>
          <p:nvPr/>
        </p:nvSpPr>
        <p:spPr>
          <a:xfrm>
            <a:off x="640080" y="576072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EAF2F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Собираем прототип своими руками и в цифровых инструментах · Проектный навигатор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СТАРТОВЫЙ УРОВЕНЬ · ЗАНЯТИЕ 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мы делаем сегодня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909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1109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6" name="Text 4"/>
          <p:cNvSpPr/>
          <p:nvPr/>
        </p:nvSpPr>
        <p:spPr>
          <a:xfrm>
            <a:off x="11109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109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Повторение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109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Форма продукта и MVP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485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685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1" name="Text 9"/>
          <p:cNvSpPr/>
          <p:nvPr/>
        </p:nvSpPr>
        <p:spPr>
          <a:xfrm>
            <a:off x="47685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7685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7685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Tinkercad, Canva, офлайн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106156" y="137160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26196" y="169164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16" name="Text 14"/>
          <p:cNvSpPr/>
          <p:nvPr/>
        </p:nvSpPr>
        <p:spPr>
          <a:xfrm>
            <a:off x="8426196" y="183337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426196" y="246888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426196" y="3200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Каким быть прототипу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909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109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1" name="Text 19"/>
          <p:cNvSpPr/>
          <p:nvPr/>
        </p:nvSpPr>
        <p:spPr>
          <a:xfrm>
            <a:off x="11109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109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 работы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1109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шагов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4485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7685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26" name="Text 24"/>
          <p:cNvSpPr/>
          <p:nvPr/>
        </p:nvSpPr>
        <p:spPr>
          <a:xfrm>
            <a:off x="47685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7685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47685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первой версии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106156" y="3977640"/>
            <a:ext cx="329184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426196" y="4297680"/>
            <a:ext cx="685800" cy="685800"/>
          </a:xfrm>
          <a:prstGeom prst="ellipse">
            <a:avLst/>
          </a:prstGeom>
          <a:solidFill>
            <a:srgbClr val="1F6FE0"/>
          </a:solidFill>
          <a:ln/>
        </p:spPr>
      </p:sp>
      <p:sp>
        <p:nvSpPr>
          <p:cNvPr id="31" name="Text 29"/>
          <p:cNvSpPr/>
          <p:nvPr/>
        </p:nvSpPr>
        <p:spPr>
          <a:xfrm>
            <a:off x="8426196" y="4439412"/>
            <a:ext cx="685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8426196" y="5074920"/>
            <a:ext cx="2651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и ДЗ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8426196" y="580644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Скриншот/фото в папку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828800"/>
            <a:ext cx="18288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5600" dirty="0"/>
          </a:p>
        </p:txBody>
      </p:sp>
      <p:sp>
        <p:nvSpPr>
          <p:cNvPr id="3" name="Text 1"/>
          <p:cNvSpPr/>
          <p:nvPr/>
        </p:nvSpPr>
        <p:spPr>
          <a:xfrm>
            <a:off x="548640" y="31089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 для прототипа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402336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Всё доступно из России, без VPN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ИНСТРУМЕНТЫ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Выбирай по форме продукта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251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99516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Tinkercad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99516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tinkercad.com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99516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3D-модели и схемы в браузере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113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85716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85716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canva.com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85716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Макеты, буклеты, плакаты, презентации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97596" y="1554480"/>
            <a:ext cx="356616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471916" y="18288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Офлайн-сборка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471916" y="23774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материалы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471916" y="2926080"/>
            <a:ext cx="30175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Картон, бумага, пластилин — физические макеты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51206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Figma из России не используем — его задачи закрывают Tinkercad и Canva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22960" y="566928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Игра на перемену: картон + ножницы + клей → офлайн-сборка, без компьютера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КРИТЕРИИ ХОРОШЕГО ПРОТОТИПА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 свою версию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5661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8521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8521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8521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Выполняет главную функцию, а не просто нарисован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8269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1129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Простой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1129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Сделан по MVP, без лишнего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0877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3737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43737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Понятен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3737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Ясно, что это и как пользоваться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34856" y="1554480"/>
            <a:ext cx="2697480" cy="301752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36345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9363456" y="246888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Связан с целью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363456" y="310896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Решает задачу ЦА, а не «что-то вообще»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версия почти всегда несовершенна — это нормально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Картонный макет кривоват, но по нему уже можно сыграть — цель достигнута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Порядок работы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9E2E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шагов от MVP к первой версии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 ШАГОВ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 сохрани результат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70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3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53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Возьми MVP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Описание с прошлого занятия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756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39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939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Набросок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2939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Нарисуй на бумаге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042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25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5225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225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Tinkercad / Canva / материалы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28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11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7511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Проверь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511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Работает ли главная функция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614916" y="1554480"/>
            <a:ext cx="2103120" cy="30175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12700">
            <a:solidFill>
              <a:srgbClr val="D9E2E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797796" y="17830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6FE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9797796" y="2468880"/>
            <a:ext cx="17373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Сохрани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797796" y="3200400"/>
            <a:ext cx="17373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Скриншот/фото в папку проекта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5120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Папка проекта: Яндекс.Документы (docs.yandex.ru)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822960" y="562356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Сначала карандашная разметка (фишки ходят), красиво — потом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7490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8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Собери первую версию прототипа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ПРАКТИКА · 45 МИНУТ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прототипа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Набросок на бумаге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Сборка первой версии (30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Проверка главной функции (5 минут)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Скриншот/фото в папку проекта (5 минут)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19456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ИИ-помощь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DeepSeek подскажет идеи — собираешь ты сам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ИТОГ ЗАНЯТИЯ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76656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Запиши в дневник + рефлексия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104241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Первая версия прототипа готова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Скриншот/фото сохранён в папку проекта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Что улучшить в следующей версии</a:t>
            </a:r>
            <a:endParaRPr lang="en-US" sz="1500" dirty="0"/>
          </a:p>
          <a:p>
            <a:pPr marL="342900" indent="-342900">
              <a:spcAft>
                <a:spcPts val="1300"/>
              </a:spcAft>
              <a:buSzPct val="100000"/>
              <a:buChar char="–"/>
            </a:pPr>
            <a:r>
              <a:rPr lang="en-US" sz="1500" dirty="0">
                <a:solidFill>
                  <a:srgbClr val="1B2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Рефлексия: что работает ___ · что улучшу ___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ДЗ: доведи прототип → проверь через DeepSeek (chat.deepseek.com) · принеси фото на след. занятие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0" y="6446520"/>
            <a:ext cx="667512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5A6B8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011680"/>
            <a:ext cx="1106424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Первый прототип — это шаг, а не финиш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39319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6F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Проектный навигатор · региональный центр «Спутник» · Красноярский край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1F6FE0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1F6FE0"/>
      </a:hlink>
      <a:folHlink>
        <a:srgbClr val="4D008C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2026-10-02T09:18:05Z</dcterms:created>
  <dcterms:modified xsi:type="dcterms:W3CDTF">2026-10-02T09:18:05Z</dcterms:modified>
</cp:coreProperties>
</file>