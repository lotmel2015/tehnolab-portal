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18\Занятие-18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Восемнадцатое занятие · ИИ-блок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иллюстрации с ИИ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Шедеврум и Kandinsky: промпт, генерация, проверка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18 · ИИ-БЛОК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— помощник, а не автор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Шедеврум, Kandinsky в GigaChat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Промпт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→ стиль → настроение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Ограничения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Картинка может ошибаться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Создаём иллюстрацию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Сохраняем и вставляем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Инструменты: Шедеврум и Kandinsky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Обе платформы доступны из России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ГДЕ ГЕНЕРИРОВАТЬ КАРТИНКУ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Доступно из России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Шедеврум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shedevrum.ai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Сервис Яндекса, изображения по тексту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46304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Kandinsky в GigaChat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19672" y="22860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giga.chat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19672" y="27432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Нейросеть Сбера: «нарисуй» → картинка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— помощник, а не автор: решение за тобой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Любую ИИ-картинку проверяем: текст, детали, сюжет, стиль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Постер праздника: «школьный двор, ребята с шарами, мультфильм, солнечный день»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СОСТАВИТЬ ПРОМПТ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Формула: что → стиль → настроение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изображено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" y="31089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Предмет, признаки, что рядом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Стиль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1296" y="31089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Реализм, мультфильм, акварель, флэт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Настроение / фон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7376" y="31089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Тёплый свет, ярко, ночь, спокойно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63456" y="310896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Вертикально, крупным планом, целиком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«кот игра» — слабо · «настольная игра про космос, мультфильм, тёплый свет» — сильно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Постер: «школьный двор, ребята с воздушными шарами, мультфильм, весенний день»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ИИ-картинки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проверки перед использованием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ПРОВЕРКИ КОРРЕКТНОСТИ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Нейросеть ошибается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Текст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Нет ошибок и «абракадабры» в надписях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Детали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Пальцы, руки, глаза не искажены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Сюжет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Соответствует теме проекта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Стиль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Уместен для презентации/постера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Есть ошибки? Переформулируй промпт или сгенерируй ещё раз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«Праздник осени» → «Празник», шесть пальцев — такую картинку в постер не берём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Создай иллюстрацию для проекта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Иллюстрация проекта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Определи, какая иллюстрация нужна проекту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Составь промпт: что → стиль → настроение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Сгенерируй 2–3 варианта: Шедеврум или Kandinsky (15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на ошибки и выбери лучший (10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Сохрани картинку и запиши в дневник (5 минут)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улучшит промпт — решение за тобой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декларация ИИ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Иллюстрация: сохранён файл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Промпт: что → стиль → настроение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Проверка: корректна, по теме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что получилось у ИИ ___ · что я проверил(а)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доведи иллюстрацию, вставь в презентацию/постер · DeepSeek улучшит промпт (chat.deepseek.com)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Иллюстрацию создаёт нейросеть — решение принимаешь ты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2026-10-02T09:19:26Z</dcterms:created>
  <dcterms:modified xsi:type="dcterms:W3CDTF">2026-10-02T09:19:26Z</dcterms:modified>
</cp:coreProperties>
</file>