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9\Занятие-19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Девятнадцатое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материалов. Тезисный план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Систематизируем источники и строим план работы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Источники и прототип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Группировка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Темы из источников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Тезисный план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Введение, основная, заключение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Заполненный план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Свои материалы → план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запись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Тезисный план — скелет работы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Разделы + 1–2 тезиса в каждом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ТЕЗИСНОГО ПЛАНА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раздела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9516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9516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Актуальность, цель, задачи, методы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516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Тезис: «Перемены скучные, из-за этого мало движения»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1396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5716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85716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85716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главы по темам из источников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5716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Тезис: «Существуют 5 типов игр; мы выбрали настольную»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7596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1916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71916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71916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Выводы, что получилось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71916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Тезис: «Игра помогла 10 ученикам активнее на переменах»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Биология: «роль растений» — введение, главы про клетку и фотосинтез, заключение · 1–2 тезиса на раздел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ГРУППИРОВКА ИСТОЧНИКОВ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Раскладываем по темам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9516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чём источник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9516" y="3017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1 фразу после чтения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85716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Группируй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5716" y="3017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Похожие фразы → темы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596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71916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мысль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71916" y="3017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Выдели нужное в каждой теме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без источника = место для твоего исследования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Доклад о растениях · темы: клетка, фотосинтез, значение · по фотосинтезу 3 статьи, по значению — ноль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плана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Настольная игра для перемен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· НАСТОЛЬНАЯ ИГРА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 → главы → заключение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Введение: проблема — скучные перемены; цель — создать игру, провести 3 перемены; задачи; метод — опрос 10 учеников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1: что такое активные перемены (2 источника)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2: как устроены настольные игры (2 источника)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3: наш прототип и его тест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Заключение: вывод — игра работает, замечания учтены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Свои материалы → свой тезисный план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Тезисный план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Разложи свои источники по темам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тезисный план: введение, основная, заключение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Проверь: все разделы на месте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план в дневник (5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предложит структуру — текст и решение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Группировка: 2–3 темы из источников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Тезисный план: введение, главы, заключение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Пробел — что ещё нужно найти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хорошо собрал(а) ___ · чего не хватает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план → проверь через DeepSeek (chat.deepseek.com) → на след. занятии пишем введение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план делает текст простым делом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2026-10-02T09:15:47Z</dcterms:created>
  <dcterms:modified xsi:type="dcterms:W3CDTF">2026-10-02T09:15:47Z</dcterms:modified>
</cp:coreProperties>
</file>