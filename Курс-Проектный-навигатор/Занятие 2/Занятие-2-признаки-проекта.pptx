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Второе занятие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Признаки проекта · Карта интересов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отличает проект от реферата и как найти свою тему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617720"/>
            <a:ext cx="868680" cy="868680"/>
          </a:xfrm>
          <a:prstGeom prst="ellipse">
            <a:avLst/>
          </a:prstGeom>
          <a:solidFill>
            <a:srgbClr val="1F6F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8006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56052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признака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108960" y="4617720"/>
            <a:ext cx="868680" cy="868680"/>
          </a:xfrm>
          <a:prstGeom prst="ellipse">
            <a:avLst/>
          </a:prstGeom>
          <a:solidFill>
            <a:srgbClr val="1F6F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48006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0" y="56052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такое проект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577840" y="4617720"/>
            <a:ext cx="868680" cy="868680"/>
          </a:xfrm>
          <a:prstGeom prst="ellipse">
            <a:avLst/>
          </a:prstGeom>
          <a:solidFill>
            <a:srgbClr val="1F6FE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80060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12080" y="56052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Твоя тема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Повторяем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0996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такое проект: 4 признака и типы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Игра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68596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Карточки «признак / не признак»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26196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Проекты-победители: на что похож результат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166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Карта интересов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0996" y="5715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Ищем темы, которые тебе по-настоящему интересны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166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Тема проекта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68596" y="5715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Первая формулировка темы и цели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166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26196" y="5715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Карта интересов и тема на следующий раз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 — это деятельность с целью, планом и результатом, ограниченная во времени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 реферат пересказывает готовое. Проект создаёт новое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ЧЕТЫРЕ ПРИЗНАКА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отличает проект от реферата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Уникальность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раз решаем новую задачу — нет готового ответа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41732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6459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19672" y="21945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Знаем, какой результат хотим получить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49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2960" y="42976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Разбиваем работу на этапы и ставим сроки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45352" y="352044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3749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Ограниченность во времени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19672" y="42976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 проекта есть начало и конец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Реферат пересказывает готовое · проект создаёт новое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5760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праздник у класса: цель + уникальность + план + дата = проект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ТИПЫ ПРОЕКТОВ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Каким может быть твой проект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46304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5276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Исследовательский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65276" y="22402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Изучаем, проводим опыты, делаем выводы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48556" y="146304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22876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Прикладной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22876" y="22402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Создаём продукт, который решает задачу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6156" y="146304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0476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Творческий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80476" y="22402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Воплощаем идею: спектакль, выставка, фильм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0956" y="379476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5276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Социальный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65276" y="4572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Помогаем людям, меняем жизнь вокруг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48556" y="379476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2876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Инженерный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22876" y="4572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Проектируем и собираем устройство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Твой проект может сочетать несколько типов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ИГРА · 10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Карточки «признак / не признак»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7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Раздели карточки на две стопки: «это проект» и «это не проект»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7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Сверь с соседом и объясни, почему так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7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Разбираем спорные карточки всем классом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90956" y="329184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9556" y="35204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Написать доклад про динозавров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19556" y="4251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проект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8556" y="329184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77156" y="35204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Собрать робота, который сортирует мусор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77156" y="4251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06156" y="329184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4756" y="35204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Снять фильм про школьный день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334756" y="4251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0956" y="498348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9556" y="52120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Сделать реферат о войне 1812 года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19556" y="59436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проект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48556" y="498348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7156" y="52120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Организовать субботник во дворе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77156" y="59436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06156" y="498348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4756" y="52120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Выучить таблицу умножения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34756" y="59436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проект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EAF2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Примеры проектов-победителей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Посмотри, как выглядит проект, который довели до конца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ПРОЕКТЫ-ПОБЕДИТЕЛИ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Сайт конкурса «Высший пилотаж»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Телеграм-бот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Робот для поиска свободных кабинетов в школе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41732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645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Приложение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19672" y="2194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Сервис для подготовки к экзаменам с ИИ-тренажёром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83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Исследование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3931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Какие факторы влияют на успеваемость школьников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45352" y="315468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3383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Социальный проект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19672" y="3931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Наставничество для младших школьников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Реальные работы: pilotazh.hse.ru — раздел «Примеры работ»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EAF2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Карта интересов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Хорошая тема проекта вырастает из твоего настоящего интереса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КАРТА ИНТЕРЕСОВ · 20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найти свою тему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5623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Выпиши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Всё, что тебе интересно: увлечения, хобби, любимые предметы, игры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73736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85623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2514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Сгруппируй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0632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Собери похожее в 4–6 больших областей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173736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85623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514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Выбери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30632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яркий интерес, с которым хочется работать весь год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146304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173736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0" y="185623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81160" y="2514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Найди проблему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81160" y="30632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в этой области неудобно тебе или другим?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Шаблон карты интересов раздаст педагог — по методике К. Н. Поливановой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ИНТЕРЕСА К ПРОЕКТУ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 цепочки для стартового уровня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10896" y="155448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Интерес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9496" y="224028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Робототехника и LEGO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82696" y="155448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11296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11296" y="224028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переменах нечем заняться, конструктор лежит в шкафу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54496" y="155448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3096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Тема проекта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83096" y="224028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Создать настольную игру-конструктор для перемен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226296" y="155448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54896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54896" y="224028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Разработать прототип игры к 15 декабря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Твоя цепочка может быть совсем другой — важно, чтобы интерес был настоящим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у тебя должно получиться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7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Заполненная карта интересов (4–6 областей)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7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яркий интерес, выбранный для проекта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7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Первая формулировка темы проекта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7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Запись в дневнике проекта: интерес — проблема — тема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задание: доведи карту интересов до 6–8 областей и придумай 3 проблемы в выбранной области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Твой проект начинается с твоего интереса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566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2026-10-02T09:07:27Z</dcterms:created>
  <dcterms:modified xsi:type="dcterms:W3CDTF">2026-10-02T09:07:27Z</dcterms:modified>
</cp:coreProperties>
</file>