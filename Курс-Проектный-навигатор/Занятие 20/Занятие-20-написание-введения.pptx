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0\Занятие-20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Написание введения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Актуальность, цель, задачи, методы, обзор источников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Тезисный план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введения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обязательных блоков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по блокам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Шаблоны формулировок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Готовое введение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введения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руководителем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 — «лицо» работы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страницы, 5 обязательных блоков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БЛОКОВ ВВЕДЕНИЯ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— по шаблону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0,5 стр · почему важно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39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фраза · SMART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25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шага к цели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Опрос, анализ, тест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источников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97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взяли и зачем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в том же порядке: актуальность → цель → задачи → методы → обзор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«Влияние сна на успеваемость» · актуальность: «поздно ложатся и не высыпаются» · цель: изучить влияние на оценки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ПИСАТЬ ПО БЛОКАМ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 каждой фразы · подсказки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" y="1554480"/>
            <a:ext cx="2286000" cy="34747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172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3172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" y="320040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 наше время…», «Ученики сталкиваются с…»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00884" y="1554480"/>
            <a:ext cx="2286000" cy="34747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3764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83764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83764" y="320040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«Цель проекта — создать…, чтобы…»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51476" y="1554480"/>
            <a:ext cx="2286000" cy="34747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34356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4356" y="320040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«Для достижения цели решались задачи: изучить…, создать…»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2068" y="1554480"/>
            <a:ext cx="2286000" cy="34747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4948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84948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4948" y="320040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«Применялись методы: опрос…, анализ…, тестирование…»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52660" y="1554480"/>
            <a:ext cx="2286000" cy="347472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55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3554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источников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35540" y="320040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 ходе работы изучены…; наиболее полезным оказался…»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бойся переписать черновик своими словами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черновик введения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введения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тезисный план (5 минут)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актуальность (10 минут)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Впиши цель, задачи, методы (10 минут)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обзор источников (10 минут)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критериям (5 минут)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Отдай руководителю на проверку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даст черновик — перепиши своими словами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Введение: черновик на 1–2 страницы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руководителем / замечания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исправить по замечаниям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какой блок труднее всего ___ · замечание, которое учту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введение по замечаниям · DeepSeek: «Перепиши понятнее»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Хорошее введение — половина симпатии к работе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2026-10-02T09:15:56Z</dcterms:created>
  <dcterms:modified xsi:type="dcterms:W3CDTF">2026-10-02T09:15:56Z</dcterms:modified>
</cp:coreProperties>
</file>