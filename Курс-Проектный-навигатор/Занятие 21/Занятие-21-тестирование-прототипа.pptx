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21\Занятие-21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Двадцать первое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Тестирование прототипа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 прототипа соседа по чек-листу и сценарию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21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Повторение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Прототип и введение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на других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Свежий взгляд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Чек-лист и сценарий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Инструменты теста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 прототипа соседа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Замечания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3+ записать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и ДЗ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Доработка по отзывам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Тестировать на других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Другой видит то, что автор уже не замечает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ТЕСТИРОВАТЬ НА ДРУГИХ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Правило: не подсказывай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Самому трудно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Автор привык к своему проекту и «не видит» проблем: кнопка, текст, логика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46304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Другой — пользователь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19672" y="24231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Впервые видит прототип и реагирует как настоящий пользователь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754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Пусть попробует сам(а) — каждая подсказка теряет информацию о качестве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Карточная игра · не подсказывай, куда ходить · «а здесь надо сбросить» — сигнал, что правило не написано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ЧЕК-ЛИСТ ТЕСТИРОВАНИЯ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 / нет по 5 критериям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0916" y="155448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3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3796" y="2468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Понятно, что за продукт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3796" y="33832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это и для кого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56916" y="155448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39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939796" y="2468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Понятно, как пользоваться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39796" y="33832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подсказок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42916" y="155448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5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25796" y="2468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Выполняет главную функцию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25796" y="33832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Главное работает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28916" y="155448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11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511796" y="2468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Аккуратно сделан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11796" y="33832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Первая версия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14916" y="155448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97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797796" y="2468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Соответствует теме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97796" y="33832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Связан с проектом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ИИ-помощь: DeepSeek сгруппирует замечания — решение за тобой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Сценарий использования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Короткая задача, которую даёшь тестировщику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СЦЕНАРИЙ ИСПОЛЬЗОВАНИЯ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составить и что наблюдать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составить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Опиши 1–3 действия пользователя, которые проверяют главную функцию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463040"/>
            <a:ext cx="53949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наблюдать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19672" y="23774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Смог ли сделать задачу, где застрял, что спросил, что понравилось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Пример: «Представь, что ты на перемене. Возьми игру и сыграй партию»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Протестируй прототип соседа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40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 прототипа в паре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Напиши сценарий для своего прототипа (5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Поменяйся с соседом прототипами (5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Протестируй по чек-листу и сценарию (15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3+ замечания (5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Обменяйтесь замечаниями и обсудите (10 минут)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ЗАМЕЧАНИЕ — ЭТО НАБЛЮДЕНИЕ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Формула записи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видел(а): «было непонятно, куда нажимать»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мешает: «нет подсказки на поле»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улучшить: «добавить значок-стрелку»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Минимум 3 замечания + 2 плюса (что работает)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сгруппирует замечания — решение за тобой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Прототип протестирован соседом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3+ замечания записаны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исправить до следующего занятия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что тестировщик увидел ___ · главное замечание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сгруппируй замечания → спроси DeepSeek (chat.deepseek.com) → решение за тобой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Замечания тестировщика — это бесплатный план улучшения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2026-10-02T09:15:57Z</dcterms:created>
  <dcterms:modified xsi:type="dcterms:W3CDTF">2026-10-02T09:15:57Z</dcterms:modified>
</cp:coreProperties>
</file>