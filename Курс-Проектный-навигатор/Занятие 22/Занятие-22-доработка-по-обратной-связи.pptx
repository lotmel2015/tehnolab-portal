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2\Занятие-22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второе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Доработка по обратной связи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замечаний, приоритет и повторный тест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Замечания тестировщиков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замечаний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Критическое, значимое, желательное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Приоритизация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чиним первым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доработки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Вносим изменения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Повторный тест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результат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запись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замечаний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Критическое → значимое → желательное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ЗАМЕЧАНИЙ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все одинаково важны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5544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43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9516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Критическое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9516" y="31089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Мешает работать: без него продукт не выполняет главную функцию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85716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Значимое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85716" y="31089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Улучшит продукт: удобнее, красивее, понятнее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7596" y="15544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19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71916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Желательное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71916" y="31089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Приятная мелочь, «было бы здорово»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«Без этого продукт вообще работает?» Если нет — критическое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Карточная игра · «текст мелкий, не прочитать» — критическое · «добавить рисунок на рубашку» — желательное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ПРИОРИТИЗАЦИЯ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чиним главное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5544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9516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33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Критическое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3108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Чиним первыми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85716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Значимое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85716" y="3108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критических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7596" y="155448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19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71916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Желательное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1916" y="3108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успеем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разделит замечания по приоритету · решаешь ты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доработки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шага от замечания к правке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ШАГА ДОРАБОТКИ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правка — одно замечание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5544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замечания в таблицу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28416" y="15544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57016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 и приоритет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7016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Критическое → значимое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Внести изменение в прототип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9136" y="15544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17736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17736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исправлено + что сделал(а)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Каждое изменение проверяй отдельно — помогло ли оно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ПОВТОРНОЕ ТЕСТИРОВАНИЕ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 «было / стало»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Было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Тестировщик не понимал, куда нажимать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Стало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423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Понял с первого раза, подсказка помогла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помогло? Запиши и попробуй другой вариант — это нормально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увеличил шрифт на картах → «не могу прочитать» стало «всё читается, игра понятна»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Доработка прототипа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Выпиши замечания в таблицу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 тип каждого замечания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Установи приоритет и план правок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Внеси изменения в прототип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Перетестируй и сравни «было/стало» (10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разделит замечания — правку вносишь ты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Критические замечания — исправлены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Значимые — что из них исправил(а)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повторного теста: было → стало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самое важное замечание ___ · что изменилось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доведи доработку → проверь через DeepSeek (chat.deepseek.com) → принеси прототип к презентации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Каждое замечание — шаг к лучшему прототипу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2026-10-02T09:16:03Z</dcterms:created>
  <dcterms:modified xsi:type="dcterms:W3CDTF">2026-10-02T09:16:03Z</dcterms:modified>
</cp:coreProperties>
</file>