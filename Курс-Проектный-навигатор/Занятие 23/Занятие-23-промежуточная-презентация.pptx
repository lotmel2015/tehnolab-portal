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3\Занятие-23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третье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Промежуточная презентация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минуты, 3 слайда: план, ход, результаты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Доработка прототипа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минуты, 3 слайда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План, ход, результаты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оцениваем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показывают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доработать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Формат: 3 минуты, 3 слайда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точка на половине пути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СЛАЙДА ПРЕЗЕНТАЦИИ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секунд на слайд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9516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9516" y="29260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задачи, план-график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5716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Ход работы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85716" y="29260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уже сделано, этапы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5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71916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71916" y="29260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Прототип, первые результаты, дальше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«Мы тут, и вот что уже успели»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Олимпиада · план: 20 задач · ход: решено 12 + пробный тур · результаты: 2 олимпиадные задачи за 3 минуты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пунктов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3796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Ясно, что за проект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" y="31089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 за 1 фразу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39796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ход работы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39796" y="31089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уже сделано по плану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25796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результаты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5796" y="31089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или данные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11796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11796" y="31089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дальше и к сроку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97796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Регламент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97796" y="31089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Уложился в 3 минуты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 руководителя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 · замечания · следующий шаг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 — ЭТО КАРТА ДОРАБОТОК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приговор, а план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Сильные стороны работы — что получилось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✎ Замечания и что доработать — конкретно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Рекомендация по следующему шагу — что дальше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рецензию и планируй исправления к основной части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ВЫСТУПЛЕНИЯ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показывает 3 минуты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3 слайда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Проговори рассказ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Выступи 3 минуты (по 5 мин на человека)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Руководитель даёт рецензию (3 минуты)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замечания в план доработки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поможет сформулировать выводы — текст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 руководителя: сильные стороны и замечания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шаг: что делаем дальше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Срок: к какому числу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похвалил(а) ___ · что исправлю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учти рецензию → начни основную часть · DeepSeek: «Сделай выводы яснее»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точка на половине пути помогает дойти до финала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2026-10-02T09:16:04Z</dcterms:created>
  <dcterms:modified xsi:type="dcterms:W3CDTF">2026-10-02T09:16:04Z</dcterms:modified>
</cp:coreProperties>
</file>