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24\Занятие-24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Двадцать четвёртое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Написание основной части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Продукт, этапы, результаты: 3–5 страниц · Проектный навигатор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24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Повторение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Введение и рецензия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 главы основной части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Пишем по главам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Продукт, этапы, результаты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Критерии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ищет педагог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Черновик основной части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и ДЗ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 + доработка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 ГЛАВЫ ОСНОВНОЙ ЧАСТИ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Каждая — 1–2 страницы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25196" y="155448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9516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99516" y="25146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Описание продукта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32004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создано, как устроено, для кого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5716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85716" y="25146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Этапы работы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85716" y="32004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шли к цели, по плану-графику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97596" y="155448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71916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471916" y="25146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Результаты тестов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71916" y="32004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показали тесты, что исправили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Пишем по тезисному плану и введению · примеры: pilotazh.hse.ru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Тренажёр по математике · глава 1: карточки на умножение · глава 2: 30 карточек по уровням · глава 3: +3 примера за перемену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ПИСАТЬ ПО ГЛАВАМ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Начало каждой главы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Глава 1: «В результате работы создан(а) … Форма продукта — …»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Глава 2: «Работа велась по плану: этап 1 — …, этап 2 — …»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Глава 3: «Прототип протестировали … человек. Замечания: …»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ИИ-помощь: DeepSeek даст черновик главы — перепиши своими словами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КРИТЕРИИ ПРОВЕРКИ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ищет педагог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0916" y="155448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3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3796" y="24688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Описание продукта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3796" y="33832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Есть, понятно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56916" y="155448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39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939796" y="24688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Этапы работы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39796" y="33832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Описаны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42916" y="155448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5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25796" y="24688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Результаты тестов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25796" y="33832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Показаны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28916" y="155448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11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511796" y="24688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Связь с целью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11796" y="33832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Текст к цели ведёт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14916" y="155448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97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797796" y="24688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Объём и язык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97796" y="33832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3–5 страниц, ровно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Каждый абзац проверяй: «это ведёт к цели?»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Напиши черновик основной части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60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Основная часть работы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Возьми тезисный план и введение (5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Напиши главу «Описание продукта» (15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Напиши «Этапы» и «Результаты тестов» (15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Проверь по критериям (5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Покажи педагогу (5 минут)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даст черновик — факты и выводы твои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+ рефлексия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Основная часть: черновик 3–5 страниц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педагога: замечания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Доработка: что исправить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Рефлексия: какая глава труднее всего ___ · замечание, которое учту 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ДЗ: доработай по замечаниям → оформим по ГОСТ на следующем занятии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Основная часть — сердце работы, где видна ваша мысль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2026-10-02T09:16:06Z</dcterms:created>
  <dcterms:modified xsi:type="dcterms:W3CDTF">2026-10-02T09:16:06Z</dcterms:modified>
</cp:coreProperties>
</file>