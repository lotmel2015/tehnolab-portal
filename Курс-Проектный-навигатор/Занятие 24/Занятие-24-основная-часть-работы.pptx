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Lotmel\Desktop\ПД\Занятие 24\Занятие-24-обложка.jpg">    </p:cNvPr>
          <p:cNvPicPr>
            <a:picLocks noChangeAspect="1"/>
          </p:cNvPicPr>
          <p:nvPr/>
        </p:nvPicPr>
        <p:blipFill>
          <a:blip r:embed="rId1"/>
          <a:srcRect l="0" r="0" t="21868" b="21868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160520"/>
            <a:ext cx="12188952" cy="2697480"/>
          </a:xfrm>
          <a:prstGeom prst="rect">
            <a:avLst/>
          </a:prstGeom>
          <a:solidFill>
            <a:srgbClr val="1B2A4A">
              <a:alpha val="9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640080" y="42062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Двадцать четвёртое занятие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40080" y="47091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Написание основной части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640080" y="57607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A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Описание продукта, этапы, результаты тестирования · Проектный навигатор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СТАРТОВЫЙ УРОВЕНЬ · ЗАНЯТИЕ 24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мы делаем сегодня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90956" y="137160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0996" y="169164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6" name="Text 4"/>
          <p:cNvSpPr/>
          <p:nvPr/>
        </p:nvSpPr>
        <p:spPr>
          <a:xfrm>
            <a:off x="1110996" y="183337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10996" y="24688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Повторение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10996" y="3200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Введение и тезисный план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48556" y="137160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68596" y="169164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1" name="Text 9"/>
          <p:cNvSpPr/>
          <p:nvPr/>
        </p:nvSpPr>
        <p:spPr>
          <a:xfrm>
            <a:off x="4768596" y="183337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768596" y="24688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Структура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768596" y="3200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Продукт, этапы, результаты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06156" y="137160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26196" y="169164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6" name="Text 14"/>
          <p:cNvSpPr/>
          <p:nvPr/>
        </p:nvSpPr>
        <p:spPr>
          <a:xfrm>
            <a:off x="8426196" y="183337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426196" y="24688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Описание продукта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426196" y="3200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Что, из чего, как работает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90956" y="397764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10996" y="429768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21" name="Text 19"/>
          <p:cNvSpPr/>
          <p:nvPr/>
        </p:nvSpPr>
        <p:spPr>
          <a:xfrm>
            <a:off x="1110996" y="443941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10996" y="50749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Этапы работы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110996" y="58064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 идеи к прототипу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448556" y="397764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68596" y="429768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26" name="Text 24"/>
          <p:cNvSpPr/>
          <p:nvPr/>
        </p:nvSpPr>
        <p:spPr>
          <a:xfrm>
            <a:off x="4768596" y="443941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768596" y="50749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Результаты теста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768596" y="58064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проверили, что вышло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106156" y="397764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426196" y="429768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31" name="Text 29"/>
          <p:cNvSpPr/>
          <p:nvPr/>
        </p:nvSpPr>
        <p:spPr>
          <a:xfrm>
            <a:off x="8426196" y="443941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426196" y="50749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Практика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426196" y="58064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Черновик главы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5600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548640" y="31089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Основная часть — тело работы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40233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9E2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3–5 страниц: продукт, этапы, результаты теста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СТРУКТУРА ОСНОВНОЙ ЧАСТИ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3–4 главы, у каждой вывод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48056" y="1554480"/>
            <a:ext cx="2651760" cy="31089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6656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76656" y="25146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Описание продукта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76656" y="3200400"/>
            <a:ext cx="21945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Что, из чего, как работает · 1–1,5 стр.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28416" y="1554480"/>
            <a:ext cx="2651760" cy="31089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57016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557016" y="25146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Этапы работы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557016" y="3200400"/>
            <a:ext cx="21945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 идеи к прототипу · 1,5–2 стр.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08776" y="1554480"/>
            <a:ext cx="2651760" cy="31089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37376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437376" y="25146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Результаты теста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37376" y="3200400"/>
            <a:ext cx="21945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Как тестировали, что вышло · 1 стр.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089136" y="1554480"/>
            <a:ext cx="2651760" cy="31089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17736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9317736" y="25146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Связь с целью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317736" y="3200400"/>
            <a:ext cx="21945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Несколько строк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960" y="51206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Одна глава = один вопрос = один вывод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ОПИСАНИЕ ПРОДУКТА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блока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56616" y="1554480"/>
            <a:ext cx="2697480" cy="292608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85216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85216" y="24688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это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85216" y="301752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создано, для кого, какую проблему решает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82696" y="1554480"/>
            <a:ext cx="2697480" cy="292608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11296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511296" y="24688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Из чего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11296" y="301752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Материалы, инструменты, части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08776" y="1554480"/>
            <a:ext cx="2697480" cy="292608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37376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437376" y="24688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Как работает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37376" y="301752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Пошагово: как пользователь действует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134856" y="1554480"/>
            <a:ext cx="2697480" cy="292608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63456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9363456" y="24688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особенного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363456" y="301752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Чем отличается от аналогов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960" y="49377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Добавь фото или скриншот продукта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ЭТАПЫ РАБОТЫ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Рассказ о решении, а не список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4241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–"/>
            </a:pPr>
            <a:r>
              <a:rPr lang="en-US" sz="17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Идея и цель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–"/>
            </a:pPr>
            <a:r>
              <a:rPr lang="en-US" sz="17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Изучение источников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–"/>
            </a:pPr>
            <a:r>
              <a:rPr lang="en-US" sz="17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План-график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–"/>
            </a:pPr>
            <a:r>
              <a:rPr lang="en-US" sz="17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Прототип и доработка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–"/>
            </a:pPr>
            <a:r>
              <a:rPr lang="en-US" sz="17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Тестирование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22960" y="55778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«Мы столкнулись с…, поэтому…, и…» — так этапы связаны логикой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945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Результаты тестирования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32004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9E2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Как тестировали, что показал тест, что исправили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РЕЗУЛЬТАТЫ ТЕСТИРОВАНИЯ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блока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56616" y="1554480"/>
            <a:ext cx="2697480" cy="301752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85216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85216" y="246888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Как тестировали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85216" y="3108960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Кто, когда, сценарий, сколько человек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82696" y="1554480"/>
            <a:ext cx="2697480" cy="301752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11296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511296" y="246888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показал тест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511296" y="3108960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Замечания, что работало хорошо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08776" y="1554480"/>
            <a:ext cx="2697480" cy="301752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37376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437376" y="246888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исправили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37376" y="3108960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Какие изменения внесли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134856" y="1554480"/>
            <a:ext cx="2697480" cy="301752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63456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9363456" y="246888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Итог теста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363456" y="3108960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Решена ли главная проблема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960" y="51206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ИИ-помощь: DeepSeek поможет сформулировать результаты — текст за тобой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Практика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37490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Напиши черновик главы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ПРАКТИКА · 45 МИНУТ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Черновик главы основной части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4241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Выбери главу для черновика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Напиши черновик по структуре (30 минут)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Проверь по критериям (5 минут)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Отдай педагогу на проверку (10 минут)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Итоговое напоминание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3108960"/>
            <a:ext cx="11064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Основная часть отвечает на цель · ДЗ: допиши до 3–5 страниц · готовое — на след. занятие (оформляем по ГОСТ)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0"/>
            <a:ext cx="110642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Тело работы рождается из продукта и этапов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39319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Проектный навигатор · региональный центр «Спутник» · Красноярский край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F6FE0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F6FE0"/>
      </a:hlink>
      <a:folHlink>
        <a:srgbClr val="4D008C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F6FE0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F6FE0"/>
      </a:hlink>
      <a:folHlink>
        <a:srgbClr val="4D008C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2026-09-29T05:18:09Z</dcterms:created>
  <dcterms:modified xsi:type="dcterms:W3CDTF">2026-09-29T05:18:09Z</dcterms:modified>
</cp:coreProperties>
</file>