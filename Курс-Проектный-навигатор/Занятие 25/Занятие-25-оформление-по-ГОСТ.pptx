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5\Занятие-25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пятое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 по ГОСТ 7.32-2017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Шрифт, поля, нумерация, титульный лист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работы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Требования ГОСТ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Шрифт, поля, нумерация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Титульный лист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оформить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литературы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записи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оформления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Титульный лист своей работы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Требования ГОСТ 7.32-2017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Правильное оформление — часть оценки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ПАРАМЕТРЫ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Запомни и примени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Шрифт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 New Roman 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Интервал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39796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25796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 / 2 / 2 см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Отступ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96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1,25 см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Выравнивание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97796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ширине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Нумерация страниц — сквозная, внизу по центру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так набирается реферат — Times 14, интервал 1,5, поля 2,5 см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ТИТУЛЬНЫЙ ЛИСТ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страница работы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" y="32004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Вуз / «Проектный навигатор»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39796" y="32004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Центр, крупно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 работы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5796" y="32004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проект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Исполнитель и руководитель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11796" y="32004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Низ, справа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Город и год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97796" y="32004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Низ, центр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Оформляй строго по образцу центра — это требование, а не творчество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тема «Тренажёр по математике» посередине, исполнитель внизу справа, город и год внизу по центру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ЛИТЕРАТУРЫ ПО ГОСТ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конце работы, по алфавиту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Статья: Иванов И. И. Название // Журнал. — 2024. — № 4. — С. 12–18.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Книга: Петров А. А. Управление проектами: учебник. — М.: Изд-во МГУ, 2023. — 240 с.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Интернет: Официальный сайт. — URL: https://… (дата обращения: 15.11.2026)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спроси DeepSeek про запись — сверься со стандартом на docs.cntd.ru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статью записывай по алфавиту — «Иванов И. И. Название // Журнал. — 2024. — № 4.»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 титульный лист своей работы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 по ГОСТ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ГОСТ на примере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 титульный лист своей работы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основную часть по чек-листу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(5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подскажет — сверься со стандартом на docs.cntd.ru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Титульный лист оформлен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проверена по ГОСТ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литературы оформлен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сложнее оформить ___ · что получилось лучше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оформление по ГОСТ · на след. занятии — презентация 5–7 слайдов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Аккуратное оформление показывает уважение к читателю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2026-10-02T09:28:37Z</dcterms:created>
  <dcterms:modified xsi:type="dcterms:W3CDTF">2026-10-02T09:28:37Z</dcterms:modified>
</cp:coreProperties>
</file>