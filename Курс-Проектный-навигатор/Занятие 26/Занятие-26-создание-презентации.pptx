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26\Занятие-26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Двадцать шестое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презентации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слайдов о проекте · наглядно и коротко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Зачем презентация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Доказательство работы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5–7 слайдов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 титула до выводов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Минимум текста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мысль — один слайд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Яндекс.Презентации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 создать и оформить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 + проверка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 + доработка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 — доказательство работы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«текст на слайдах», а короткая наглядная история твоего проекта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СТРУКТУРА 5–7 СЛАЙДОВ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Каркас презентации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" y="1554480"/>
            <a:ext cx="1554480" cy="2926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87452" y="21945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Титул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7452" y="32004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Название, автор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05940" y="1554480"/>
            <a:ext cx="1554480" cy="2926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431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943100" y="21945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Актуальность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43100" y="32004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Почему это важно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561588" y="1554480"/>
            <a:ext cx="1554480" cy="2926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8748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698748" y="21945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Проблема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98748" y="32004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решаем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17236" y="1554480"/>
            <a:ext cx="1554480" cy="2926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54396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54396" y="21945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54396" y="32004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Чего добиться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072884" y="1554480"/>
            <a:ext cx="1554480" cy="2926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10044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10044" y="21945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Ход работы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210044" y="32004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Этапы и инструменты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28532" y="1554480"/>
            <a:ext cx="1554480" cy="2926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5692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8965692" y="21945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Продукт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965692" y="32004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получилось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584180" y="1554480"/>
            <a:ext cx="1554480" cy="29260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213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•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721340" y="2194560"/>
            <a:ext cx="1280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Результаты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721340" y="320040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Выводы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 выкидывай «продукт» и «выводы» — их ждёт жюри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тренажёр — название, проблема, цель, ход, скрин, выводы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«минимум текста»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Люди читают быстрее, чем слушают — дай им одну мысль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«МИНИМУМ ТЕКСТА»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принципа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Одна мысль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слайд — одна идея, остальное в речи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Коротко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1129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 5–7 слов в заголовке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Крупно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Шрифт от 24 пт — читается везде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29260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Графика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63456" y="301752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Схема и фото говорят ярче слов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Проверка: понятно за 5 секунд без «чтения»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«Тренажёр: 100 задач за 5 минут» — одна мысль, крупно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ЯНДЕКС.ПРЕЗЕНТАЦИИ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Бесплатно и доступно в России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Войди в Яндекс → «Диск» → создать «Презентацию»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Пустой макет или готовый шаблон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светлый фон и 1–2 цвета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Одинаковые шрифты и отступы на всех слайдах</a:t>
            </a:r>
            <a:endParaRPr lang="en-US" sz="16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6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Ссылку легко отправить педагогу на проверку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Живой пример: собрал на телефоне дома — открыл в школе на компьютере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Создай презентацию проекта из 5–7 слайдов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40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Презентация + взаимопроверка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Создай 5–7 слайдов в Яндекс.Презентациях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Заполни по структуре: титул, актуальность, проблема, цель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Добавь ход, продукт, результаты и выводы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Примени правило «минимум текста»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презентацию соседа по чек-листу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Чек-лист: Приложение-26-Чеклист-презентации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помогает сформулировать короткие тезисы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5–7 слайдов по готовой структуре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Правило «минимум текста» соблюдено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Ссылка на презентацию сохранена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сложный слайд ___ · что поправлю дома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сократи слайды через DeepSeek (chat.deepseek.com) · поделись ссылкой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Лучший слайд — тот, что понятен за 5 секунд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2026-10-02T09:28:37Z</dcterms:created>
  <dcterms:modified xsi:type="dcterms:W3CDTF">2026-10-02T09:28:37Z</dcterms:modified>
</cp:coreProperties>
</file>