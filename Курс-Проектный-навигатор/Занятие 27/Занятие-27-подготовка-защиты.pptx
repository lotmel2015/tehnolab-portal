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27\Занятие-27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Двадцать седьмое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Подготовка защиты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выступления на 5 минут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Ограничение 5 минут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успеваем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сценария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Приветствие → выводы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Хронометраж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Сколько на каждый блок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Видео-пример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«Высшего пилотажа»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Ответы жюри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типовых вопроса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Свой сценарий + отработка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длится всего 5 минут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Спокойный точный рассказ по плану вовремя — лучшая защита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СЦЕНАРИЯ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блоков на 5 минут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72284" y="128016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46604" y="155448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2546604" y="16687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6604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Приветствие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6604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46604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Имя, школа, тема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05756" y="128016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0076" y="155448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2" name="Text 10"/>
          <p:cNvSpPr/>
          <p:nvPr/>
        </p:nvSpPr>
        <p:spPr>
          <a:xfrm>
            <a:off x="5180076" y="16687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80076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80076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80076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решаю, зачем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39228" y="128016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3548" y="155448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7813548" y="16687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13548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13548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0:30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13548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Конкретный итог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72284" y="356616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46604" y="384048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4" name="Text 22"/>
          <p:cNvSpPr/>
          <p:nvPr/>
        </p:nvSpPr>
        <p:spPr>
          <a:xfrm>
            <a:off x="2546604" y="39547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546604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Ход работы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546604" y="4937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46604" y="5285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и ИИ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05756" y="356616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0076" y="384048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0" name="Text 28"/>
          <p:cNvSpPr/>
          <p:nvPr/>
        </p:nvSpPr>
        <p:spPr>
          <a:xfrm>
            <a:off x="5180076" y="39547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80076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80076" y="4937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1:00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80076" y="5285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 результата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39228" y="356616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13548" y="384048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6" name="Text 34"/>
          <p:cNvSpPr/>
          <p:nvPr/>
        </p:nvSpPr>
        <p:spPr>
          <a:xfrm>
            <a:off x="7813548" y="39547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813548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13548" y="4937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1:00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813548" y="5285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понял(а), дальше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сайт кружка — приветствие → проблема → цель → этапы → показ сайта → выводы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Сумма блоков = ровно 5:00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ХРОНОМЕТРАЖ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минут по блокам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1463040"/>
            <a:ext cx="9326880" cy="502920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5" name="Text 3"/>
          <p:cNvSpPr/>
          <p:nvPr/>
        </p:nvSpPr>
        <p:spPr>
          <a:xfrm>
            <a:off x="1783080" y="1463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92040" y="14630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Смысл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0" y="1463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0" y="1965960"/>
            <a:ext cx="9326880" cy="50292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1965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Приветствие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9659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Имя, школа, тема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0" y="1965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0:30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2468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решаю, почему важно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45920" y="2971800"/>
            <a:ext cx="9326880" cy="50292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16" name="Text 14"/>
          <p:cNvSpPr/>
          <p:nvPr/>
        </p:nvSpPr>
        <p:spPr>
          <a:xfrm>
            <a:off x="1783080" y="2971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9718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Конкретный результат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0" y="2971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0:30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3474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Ход работы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474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Этапы, инструменты, ИИ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09760" y="3474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645920" y="3977640"/>
            <a:ext cx="9326880" cy="50292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23" name="Text 21"/>
          <p:cNvSpPr/>
          <p:nvPr/>
        </p:nvSpPr>
        <p:spPr>
          <a:xfrm>
            <a:off x="1783080" y="3977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9776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 результата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0" y="3977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83080" y="4480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4805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Результат, вывод, дальше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09760" y="4480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645920" y="4983480"/>
            <a:ext cx="9326880" cy="50292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30" name="Text 28"/>
          <p:cNvSpPr/>
          <p:nvPr/>
        </p:nvSpPr>
        <p:spPr>
          <a:xfrm>
            <a:off x="1783080" y="4983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4983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Выступление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09760" y="4983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5:00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вышло 5:20 — ужимаем «ход работы», «продукт» и «выводы» не трогаем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уложился — сокращай «ход работы», не «продукт» и «выводы»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Видео-пример защиты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«Высший пилотаж» · НИУ ВШЭ · на RuTube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СМОТРИМ ПРИМЕР НА RUTUBE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что обращать внимание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«Высший пилотаж защита проекта» на rutube.ru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Укладывается ли участник в тайминг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Использует слайды, а не читает их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Держится спокойно и уверенно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отвечает на вопросы жюри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rutube.ru/search/?query=Высший пилотаж защита проекта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ОТВЕТЫ НА ВОПРОСЫ ЖЮРИ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типовых вопроса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выбрали тему?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История интереса, личный интерес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Какая польза от продукта?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11296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 с тем, что уже есть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ваша аудитория?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37376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и как будет пользоваться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Чем помог ИИ?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63456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Честно: что решил(а) сам(а)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Правило: 2–4 предложения, коротко и по делу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«ИИ помог со структурой, а код и текст я писал сам»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Составь свой сценарий защиты и отрепетируй его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Свой сценарий на 5 минут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Посмотри видео-пример защиты на RuTube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Распиши сценарий по 6 блокам со временем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Подготовь ответы на 4 типовых вопроса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Прорепетируй 5 минут вслух с таймером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тайминг и скорректируй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Шаблон: Приложение-27-Сценарий-защиты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подбирает вопросы жюри и сокращает сценарий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 по 6 блокам с таймингом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ответа на типовые вопросы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 репетиции с таймером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сложный блок ___ · тайминг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сократи сценарий через DeepSeek (chat.deepseek.com) · репетируй дома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Хорошая защита — спокойный рассказ по плану вовремя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2026-10-02T09:29:39Z</dcterms:created>
  <dcterms:modified xsi:type="dcterms:W3CDTF">2026-10-02T09:29:39Z</dcterms:modified>
</cp:coreProperties>
</file>