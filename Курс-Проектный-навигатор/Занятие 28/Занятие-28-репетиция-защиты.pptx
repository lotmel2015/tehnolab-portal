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28\Занятие-28-обложка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Двадцать восьмое занятие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Репетиция защиты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Работа со страхом сцены · 3 репетиции вслух · Проектный навигатор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28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Страх сцены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09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волнуемся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приёма снятия страха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85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Дыхание, поза, глаза, голос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Репетиция 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61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Прогон без таймера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Репетиция 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09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 таймером на 5 минут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Репетиция 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685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на защите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Обратная связь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261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Правки + итог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Страх сцены — это нормально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Важно не «не бояться», а уметь вернуть тело в спокойствие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за 40 секунд до выхода к доске — 4 вдоха и ровная стойка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ПРИЁМА СНЯТИЯ СТРАХА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Верни контроль над телом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" y="155448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8521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Дыхание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" y="306324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Вдох 4 · пауза 4 · выдох 4 · пауза 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82696" y="155448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1129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Поза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11296" y="306324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Прямо, плечи назад — «поза силы»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3737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Глаза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37376" y="306324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Смотри на доброжелательных людей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34856" y="155448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6345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Голос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63456" y="306324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Чуть медленнее и ниже — звучит уверенно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Упражнение «голос вслух»: прочитай первую фразу 3 раза громко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у доски — руки по швам, вдох «квадратом», начни чуть медленнее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 репетиции вслух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прогона — к полной репетиции «как на защите»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ТРЁХ РЕПЕТИЦИЙ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прогона к уверенности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554480"/>
            <a:ext cx="32918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5276" y="182880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065276" y="19431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5276" y="2606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Репетиция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5276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Прогон без таймера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65276" y="37033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Слова и уверенность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48556" y="1554480"/>
            <a:ext cx="32918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22876" y="182880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2" name="Text 10"/>
          <p:cNvSpPr/>
          <p:nvPr/>
        </p:nvSpPr>
        <p:spPr>
          <a:xfrm>
            <a:off x="4722876" y="19431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22876" y="2606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Репетиция 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22876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 таймером 5:00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22876" y="37033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Уложиться в тайминг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06156" y="1554480"/>
            <a:ext cx="32918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80476" y="182880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8380476" y="19431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80476" y="2606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Репетиция 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80476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на защите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80476" y="37033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Текст + тайминг + приёмы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Между репетициями — правки текста по итогам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прогон → таймер 5:12 → «как на защите» ровно 5:00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ВЗАИМНАЯ ОБРАТНАЯ СВЯЗЬ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Конкретно и доброжелательно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Сначала похвали конкретное: «голос на продукте — уверенный»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Потом одна-две правки: «на цели ускорился — добавь паузу»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критикуй личность — только выступление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Спроси: что понятно, что сократить, где запнулся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Разминка + три репетиции + обратная связь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45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 репетиции вслух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Отработай 4 приёма снятия страха — разминка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Репетиция 1 — прогон текста вслух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Репетиция 2 — с таймером, по блокам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Репетиция 3 — полная, как на защите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Обменяйтесь обратной связью в парах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Журнал: Приложение-28-Репетиция-защиты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сокращает текст и шлифует формулировки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+ рефлексия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репетиции выполнены вслух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Тайминг третьей репетиции записан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правки по обратной связи применены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Рефлексия: главный страх ___ · помощь приёма ___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ДЗ: повтори дома вслух · отшлифуй через DeepSeek (chat.deepseek.com)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Отрепетированный текст звучит легко и вовремя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2026-10-02T09:28:45Z</dcterms:created>
  <dcterms:modified xsi:type="dcterms:W3CDTF">2026-10-02T09:28:45Z</dcterms:modified>
</cp:coreProperties>
</file>