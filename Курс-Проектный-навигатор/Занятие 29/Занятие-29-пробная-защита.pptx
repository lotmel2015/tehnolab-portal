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29\Занятие-29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Двадцать девятое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Пробная защита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минут выступления + 2 минуты вопросов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29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оценивают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и баллы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5 + 2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Выступление и вопросы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Выход №1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Пробная защита участника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Группа заполняет чек-лист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Разбор ошибок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поправить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доработки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оценивают выступление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Единые критерии — понятные и справедливые замечания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группу оценивают одинаково — показал скрин, получил полный балл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ОЦЕНКИ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из 10 баллов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64592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3796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3796" y="30175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блоки на месте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" y="4206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б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56916" y="164592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39796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39796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Тайминг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39796" y="30175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5 минут, темно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39796" y="4206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42916" y="164592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5796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25796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25796" y="30175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Показан результат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25796" y="4206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б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28916" y="164592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1796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511796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Речь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11796" y="30175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Уверенно, по делу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11796" y="4206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б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614916" y="164592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97796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797796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Вопросы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97796" y="30175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Чёткие ответы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97796" y="4206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б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пункт — 2 · частично — 1 · не сделано — 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скрин продукта — 2 балла · пробежал ход — по 1 за структуру и тайминг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ПРОБНОЙ ЗАЩИТЫ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на настоящей защите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минут — выступление по сценарию с презентацией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Таймер отслеживает время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минуты — вопросы «жюри» из группы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Выступающий отвечает коротко и по делу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10515600" cy="146304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50292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 один выступает — остальные «жюри»: заполняют чек-лист и пишут вопрос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6692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перед классом — 5 минут с таймером + 2–3 вопроса одноклассников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Пробная защита перед группой по чек-листу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Пробная защита по очереди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Разбери критерии оценки по чек-листу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Выступай: 5 минут + 2 минуты вопросов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Группа-жюри заполняет чек-лист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Добавь один-два вопроса по теме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Получи оценку и разбор ошибок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Чек-лист: Приложение-29-Чеклист-пробной-защиты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поможет исправить слабые места выступления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за пробную защиту (X/10)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замечания — что поправить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сильная сторона выступления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получилось лучше всего ___ · замечание жюри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доработай выступление · отшлифуй через DeepSeek (chat.deepseek.com)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Замечание на пробе — это правка, а не отказ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2026-10-02T09:29:40Z</dcterms:created>
  <dcterms:modified xsi:type="dcterms:W3CDTF">2026-10-02T09:29:40Z</dcterms:modified>
</cp:coreProperties>
</file>