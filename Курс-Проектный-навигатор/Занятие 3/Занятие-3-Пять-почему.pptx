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Третье занятие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Понятие проблемы. Метод «Пять почему»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Учимся находить корневую причину любого вопроса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868680" cy="868680"/>
          </a:xfrm>
          <a:prstGeom prst="ellipse">
            <a:avLst/>
          </a:prstGeom>
          <a:solidFill>
            <a:srgbClr val="1F6F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00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5605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108960" y="4617720"/>
            <a:ext cx="868680" cy="868680"/>
          </a:xfrm>
          <a:prstGeom prst="ellipse">
            <a:avLst/>
          </a:prstGeom>
          <a:solidFill>
            <a:srgbClr val="1F6F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48006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0" y="5605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Пять почему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577840" y="4617720"/>
            <a:ext cx="868680" cy="868680"/>
          </a:xfrm>
          <a:prstGeom prst="ellipse">
            <a:avLst/>
          </a:prstGeom>
          <a:solidFill>
            <a:srgbClr val="1F6FE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80060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2080" y="5605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Корень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Повторяем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09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интерес и тема проекта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85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разрыв между «есть» и «нужно»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 «Пять почему»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261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докопаться до корня любой проблемы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09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Применяем метод к своей теме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685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Фиксируем цепочку и корневую причину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261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 для твоего проекта сформулирована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 ≠ тема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Тема — это область. Проблема — это разрыв между тем, что есть, и тем, что нужно.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«Проблема мусора» — тема.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«Ученики не знают, как сортировать мусор в столовой» — проблема.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тема «дисциплина» ≠ проблема «ученики 9 класса опаздывают на 1-й урок»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РАЗРЫВ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понять, что это — проблема проекта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270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Есть сейчас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Неудобная ситуация, недостаток, сложность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25496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352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Нужно / хочется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32841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должно быть в идеале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33672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343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Разрыв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73659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Разница между «есть» и «нужно» — это и есть проблема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2148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Есть сейчас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3063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неудобно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64040" y="1691640"/>
            <a:ext cx="2148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Нужно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92640" y="3063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должно быть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2" y="2606040"/>
            <a:ext cx="548640" cy="5486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50392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Разрыв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Формула: Есть X, но нужно Y → разрыв = проблема проекта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EAF2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 «Пять почему»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Сакити Тойода · Toyota Production System · Задай «почему?» пять раз, чтобы дойти до корня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опаздывают на 1-й урок → автобус поздно → пробки → расписание не подстроено под школу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РАБОТАЕТ МЕТОД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Пять раз спросить «почему?»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788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819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Симптом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17320" y="199339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конкретно не так?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2788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542032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6946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49631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Причина 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это происходит?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2788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29584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5701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48386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Причина 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17320" y="396849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Почему? — глубже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2788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517136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445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47141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Причина 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17320" y="49560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Почему? — ещё глубже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5321808"/>
            <a:ext cx="2788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504688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53212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4589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Корень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417320" y="594360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Дошли до корня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9440" y="1691640"/>
            <a:ext cx="658368" cy="658368"/>
          </a:xfrm>
          <a:prstGeom prst="ellipse">
            <a:avLst/>
          </a:prstGeom>
          <a:solidFill>
            <a:srgbClr val="F0EBF5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1783080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20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08" y="2350008"/>
            <a:ext cx="256032" cy="256032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6949440" y="2647188"/>
            <a:ext cx="658368" cy="658368"/>
          </a:xfrm>
          <a:prstGeom prst="ellipse">
            <a:avLst/>
          </a:prstGeom>
          <a:solidFill>
            <a:srgbClr val="F0EBF5"/>
          </a:solidFill>
          <a:ln/>
        </p:spPr>
      </p:sp>
      <p:sp>
        <p:nvSpPr>
          <p:cNvPr id="33" name="Text 30"/>
          <p:cNvSpPr/>
          <p:nvPr/>
        </p:nvSpPr>
        <p:spPr>
          <a:xfrm>
            <a:off x="6949440" y="27386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20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3305556"/>
            <a:ext cx="256032" cy="256032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6949440" y="3602736"/>
            <a:ext cx="658368" cy="658368"/>
          </a:xfrm>
          <a:prstGeom prst="ellipse">
            <a:avLst/>
          </a:prstGeom>
          <a:solidFill>
            <a:srgbClr val="F0EBF5"/>
          </a:solidFill>
          <a:ln/>
        </p:spPr>
      </p:sp>
      <p:sp>
        <p:nvSpPr>
          <p:cNvPr id="36" name="Text 32"/>
          <p:cNvSpPr/>
          <p:nvPr/>
        </p:nvSpPr>
        <p:spPr>
          <a:xfrm>
            <a:off x="6949440" y="3694176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20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4261104"/>
            <a:ext cx="256032" cy="256032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6949440" y="4558284"/>
            <a:ext cx="658368" cy="658368"/>
          </a:xfrm>
          <a:prstGeom prst="ellipse">
            <a:avLst/>
          </a:prstGeom>
          <a:solidFill>
            <a:srgbClr val="F0EBF5"/>
          </a:solidFill>
          <a:ln/>
        </p:spPr>
      </p:sp>
      <p:sp>
        <p:nvSpPr>
          <p:cNvPr id="39" name="Text 34"/>
          <p:cNvSpPr/>
          <p:nvPr/>
        </p:nvSpPr>
        <p:spPr>
          <a:xfrm>
            <a:off x="6949440" y="4649724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200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5216652"/>
            <a:ext cx="256032" cy="256032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6949440" y="5513832"/>
            <a:ext cx="658368" cy="658368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42" name="Text 36"/>
          <p:cNvSpPr/>
          <p:nvPr/>
        </p:nvSpPr>
        <p:spPr>
          <a:xfrm>
            <a:off x="6949440" y="560527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2000" dirty="0"/>
          </a:p>
        </p:txBody>
      </p:sp>
      <p:sp>
        <p:nvSpPr>
          <p:cNvPr id="43" name="Text 37"/>
          <p:cNvSpPr/>
          <p:nvPr/>
        </p:nvSpPr>
        <p:spPr>
          <a:xfrm>
            <a:off x="6492240" y="6400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Корень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Каждое «почему?» спускает нас на уровень глубже</a:t>
            </a:r>
            <a:endParaRPr lang="en-US" sz="1250" dirty="0"/>
          </a:p>
        </p:txBody>
      </p:sp>
      <p:sp>
        <p:nvSpPr>
          <p:cNvPr id="45" name="Text 3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в столовой очереди?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447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ученики не успевают поесть?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Столовая маленькая и перемены короткие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5394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865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столовая маленькая?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5234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Здание старое, в нём не предусмотрен большой обеденный зал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5394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2841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не предусмотрели?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69417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Школа строилась на 400 человек, а сейчас 800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97096"/>
            <a:ext cx="5394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702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школа переполнена?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6360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районе построили новые дома, а школа осталась одна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38928"/>
            <a:ext cx="5394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12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Корень: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55778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Нехватка школ в районе из-за роста жилой застройки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60167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следующий вопрос «почему?» ведёт к более глубокой причине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ЕЩЁ 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домашние задания занимают 4 часа?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домашние задания занимают так много времени?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день бывает по 6–7 предметов с объёмными заданиями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134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учителя задают так много?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7249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Учителя хотят успеть пройти программу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095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программу приходится проходить так быстро?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Программа перегружена для часов, которые есть в расписании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059936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056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программу не адаптируют под реальное время?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451713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Программа спускается сверху, её не корректируют на месте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01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Корень: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54132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Нестыковка между объёмом программы и реальным временем в расписании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60167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Видимая проблема часто — только верхушка айсберга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EAF2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Твоя очередь!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Возьми свою тему и примени метод «Пять почему»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25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Заполни шаблон «Пять почему»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858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Выбери проблему, связанную с твоей темой (из карты интересов)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её в первый блок и спроси: «Почему это происходит?»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 запиши во второй блок, снова спроси «почему»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Повтори 4–5 раз, пока не дойдёшь до коренной причины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Коренная причина — это настоящая проблема для твоего проекта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Шаблон на бланке: блок 1 → блок 2 → … → блок 5 (корень)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СЕБЯ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Коренная причина или нет?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645920"/>
            <a:ext cx="32918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" y="19202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можно изменить?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9556" y="26974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 — отличный корень. Нет — ищи глубже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48556" y="1645920"/>
            <a:ext cx="32918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77156" y="19202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Если убрать причину, исчезнет вся проблема?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77156" y="26974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 — ты в корне. Нет — продолжай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6156" y="1645920"/>
            <a:ext cx="32918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4756" y="19202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Причина звучит конкретно?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34756" y="26974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 — хорошо. Нет — ещё одно «почему»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В ПАРАХ · 7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цепочку соседа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Поменяйтесь бланками с соседом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Прочитайте цепочку: вопрос → ответ → вопрос …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Есть ли «перескок»? (пропущенный шаг, где «почему?» не задали)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Похожа ли коренная причина на настоящий корень? Дайте совет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Верните бланк и доработайте цепочку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ФИКСАЦИЯ В ДНЕВНИКЕ ПРОЕКТА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результат занятия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Моя тема (из карты интересов):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Первая формулировка проблемы (симптом):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Цепочка «Пять почему» (5 уровней):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Коренная причина (настоящая проблема):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Вывод: проблема сформулирована, можно переходить к ЦА и цели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задание: покажи цепочку родителям или другу — спроси, понятна ли она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Одна «почему?» — это любопытство.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Пять «почему?» — это исследование.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2026-10-02T09:07:33Z</dcterms:created>
  <dcterms:modified xsi:type="dcterms:W3CDTF">2026-10-02T09:07:33Z</dcterms:modified>
</cp:coreProperties>
</file>