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30\Занятие-30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Тридцатое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Промежуточная аттестация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Критерии, рецензия и корректировка плана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Правила аттестации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проходит и что проверяют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Максимум 18, порог 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Рецензия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отзыва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Самопроверка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Оцени свой проект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Корректировка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Правки на вторую половину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+ лист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Правила промежуточной аттестации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Контрольная точка в середине пути — сверка курса, а не ловушка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ПРОХОДИТ АТТЕСТАЦИЯ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пункта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оценивают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Тема, цель, план, сделанная часть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Устное представление + оценочный лист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оценивает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Педагог и руководитель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Сумма баллов + рекомендации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Сверяем курс честно: сильные стороны и зоны роста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цель и план готовы, продукта ещё нет — видно сразу, что дорабатывать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 ОЦЕНКИ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Максимум 18 · порог 10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8412480" cy="548640"/>
          </a:xfrm>
          <a:prstGeom prst="rect">
            <a:avLst/>
          </a:prstGeom>
          <a:solidFill>
            <a:srgbClr val="1F6FE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544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9516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Баллы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8412480" cy="54864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031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Тема и актуальность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95160" y="2103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6517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и задачи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95160" y="2651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200400"/>
            <a:ext cx="8412480" cy="54864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2004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План-график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3200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7490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Выполненная часть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297680"/>
            <a:ext cx="8412480" cy="54864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2976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Промежуточный продукт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4297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8463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Качество оформления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4846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33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Порог зачёта — 10 баллов из 18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3+2+3+3+2+2 = 15 — порог 10 пройден с запасом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Рецензия руководителя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Короткий отзыв по 4 пунктам: от плюсов к рекомендациям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РЕЦЕНЗИИ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Оценка, а не критика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тема важна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сделано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Ход и трудности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Сильные стороны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получилось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Рекомендации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улучшить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Начинай с плюсов, потом одна конкретная рекомендация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«тема актуальна, цель ясна; добавь прогон тренажёра на 10 учениках»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Оцени свой проект и составь рецензию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35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Оценочный лист проекта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Разбери критерии по оценочному листу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Честно оцени свой проект по каждому критерию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Посчитай сумму и сравни с порогом 10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Напиши черновик рецензии руководителя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Выпиши, что улучшить во второй половине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Обсуди результат с педагогом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Приложение-30-Оценочный-лист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— «второй рецензент» и помощник в формулировках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Моя оценка по критериям (X/18) и результат до порога 10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Черновик рецензии руководителя готов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2–3 правки в плане на вторую половину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сильная сторона ___ · что улучшу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закончи лист и рецензию · проверь через DeepSeek (chat.deepseek.com)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Сверка в середине пути делает итог сильнее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2026-10-02T09:30:04Z</dcterms:created>
  <dcterms:modified xsi:type="dcterms:W3CDTF">2026-10-02T09:30:04Z</dcterms:modified>
</cp:coreProperties>
</file>