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31\Занятие-31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Тридцать первое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 к НТО Junior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направлений · командное решение задач · junior.ntcontest.ru · Проектный навигатор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31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НТО Junior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и как участвует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направлений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своё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Командная работа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и задачи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Регламент и стратегия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 2+ заданий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тренировка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НТО Junior — командная инженерия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школьников 5–7 классов: регистрация → отборочный → финал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И ЭТАПЫ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Регистрация через Госуслуги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участвует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29718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Школьники 5–7 классов командами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29718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Регистрация → отборочный → финал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делают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29718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Инженерные и IT-задачи профиля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2316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297180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Опыт, грамоты, старт в НТО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Сайт: junior.ntcontest.ru · регистрация — через Госуслуги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команда решает задание · 8 мин разбор · 12 мин решение · 5 мин проверка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СЕМЬ НАПРАВЛЕНИЙ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своё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3796" y="226771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Виртуальный мир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3796" y="29260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Программирование, игры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39796" y="226771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39796" y="29260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Робототехника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25796" y="226771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25796" y="29260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Интерфейсы, сервисы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11796" y="226771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Среда обитания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11796" y="29260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Города, природа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797796" y="226771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Космос и связь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97796" y="292608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Спутники, данные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" y="374904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3796" y="446227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Мир роботов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" y="51206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Промышленные, бытовые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56916" y="374904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39796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939796" y="4462272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Креатив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39796" y="512064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Дизайн, медиа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Выбирай по проекту: робот — «роботы», приложение — «виртуальный мир»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Миша — приложение → «виртуальный мир» · Алиса — полив растений → «среда обитания»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 время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Раздели задачи и управляй таймингом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РОЛИ В КОМАНДЕ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— за свою часть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Капитан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и задачи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Инженер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Техническая часть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Программист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и проверка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Презентатор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Доклад и ответы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Тайминг: треть — условие, треть — решение, треть — проверка и доклад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капитан заводит таймер, каждый — за свою часть задания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Реши 2+ типовых задания своего профиля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Тренировка по демо-заданиям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Выбери направление НТО Junior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Открой раздел «Задания» на junior.ntcontest.ru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Разбери условие 2 типовых заданий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Распредели роли и задачи в команде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Реши задания с контролем времени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Представь результат и разбери ошибки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Приложение-31-Тренировка-НТО-Junior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объяснит условия и подскажет шаги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Направление НТО Junior выбрано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2+ типовых задания решено / разобрано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Роль в команде определена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направление ___ · роль ___ · что узнал(а) 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1–2 демо-задания дома · разбор через DeepSeek (chat.deepseek.com)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Команда и время решают задачи НТО Junior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2026-10-02T09:25:09Z</dcterms:created>
  <dcterms:modified xsi:type="dcterms:W3CDTF">2026-10-02T09:25:09Z</dcterms:modified>
</cp:coreProperties>
</file>