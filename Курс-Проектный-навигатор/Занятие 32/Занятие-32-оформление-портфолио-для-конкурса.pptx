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2\Занятие-32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второе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 портфолио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элементов портфолио для конкурса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портфолио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Папка доказательств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 5 элементов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и текст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 и описание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Презентация, скрины, отзыв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и чек-лист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заявка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 — папка доказательств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Показывает жюри: цели, работа, результат и его вид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СТРУКТУРА: 5 ЭЛЕМЕНТОВ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 важен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Титульный лист-карточка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9796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страницы описания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5796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слайдов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1796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 и демо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97796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элемент подписан понятным именем файла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папка «Мои достижения» — паспорт, текст, презентация, скриншоты, отзыв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И 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Две главные «бумаги»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Паспорт: название, автор, руководитель, направление, цель, продукт, срок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поля паспорта заполнены, без прочерков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Текст: 2–3 страницы по плану занятия 20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Структура: проблема → цель → ход → результат → выводы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Проверено на орфографию и повторы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у Яны все 5 элементов в папке, не хватало только скриншота — доделала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623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— основа портфолио, всё остальное его доказывает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Презентация, скриншоты и отзыв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Покажи результат глазами и подтверди его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ПОЛОЖИТЬ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элемента-доказательства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5276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5276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слайдов, минимум текста, картинки и скрины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85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28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22876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Скриншоты / фото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22876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 прототипа, скрин интерфейса, видео-демо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6156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04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80476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0476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Рекомендация руководителя или эксперта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Подписывай файлы понятно: «скрин-интерфейса.png», а не «123.jpg»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Костя открыл каждый PDF перед загрузкой — размытое фото заменил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и проверь портфолио по чек-листу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портфолио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все материалы в одну папку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Выпиши, каких элементов не хватает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Подпиши и назови каждый файл понятно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всё по чек-листу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Исправь найденные недочёты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портфолио к заявке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Приложение-32-Чеклист-портфолио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отшлифует формулировки описания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 собрано из 5 элементов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 — все пункты отмечены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Файлы подписаны и открываются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готов лучше всего ___ · чего не хватало 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допиши элементы · проверь через DeepSeek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 говорит о проекте громче слов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2026-10-02T09:26:34Z</dcterms:created>
  <dcterms:modified xsi:type="dcterms:W3CDTF">2026-10-02T09:26:34Z</dcterms:modified>
</cp:coreProperties>
</file>