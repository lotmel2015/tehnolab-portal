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3\Занятие-33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третье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Школьная конференция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проекта перед комиссией · 5 минут + вопросы · Проектный навигатор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конференции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проходит защита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Регламент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+ вопросы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оценивает комиссия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проекта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Выступление по очереди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 продукта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диплом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и награждение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Школьная конференция — главный итог года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проекта перед комиссией и диплом в конце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ПРАВИЛА КОНФЕРЕНЦИИ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пункта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в комиссии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Педагоги и эксперты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Выступление → вопросы → оценка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Показать продукт в деле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и диплом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Тайминг и дисциплина оцениваются наравне с проектом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Ира пришла заранее и прогоняет слайды на проекторе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РЕГЛАМЕНТ ЗАЩИТЫ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+ вопросы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5 минут — выступление: приветствие, проблема, цель, ход, продукт, выводы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 комиссии — отвечай коротко и по делу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 — покажи продукт в действии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и переход — заверши и уступи место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Ваня репетировал 4 раза · 5 минут ± таймер · показал прототип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5349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железная: 3–4 репетиции с замером времени (занятие 28)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КОМИССИИ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из 10 баллов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Проблема, цель, ход, результат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8269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11296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Показан и работает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11296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877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Подача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Речь и тайминг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34856" y="155448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3456" y="30175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Точные ответы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63456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7A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как план, а не чтение · продукт показываешь явно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«Почему картон?» → короткий ответ и переход к выводу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проектов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Покажи продукт — и получи оценку комиссии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ЗАЩИТА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минут + вопросы + демонстрация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регламент и критерии комиссии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Подготовь технику и продукт к демонстрации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Защити проект: 5 минут + вопросы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Покажи продукт в действии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 оценку по оценочному листу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Участвуй в награждении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Приложение-33-Оценочный-лист-конференции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— подготовка к вопросам комиссии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за защиту (X/10) от комиссии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получилось лучше всего за год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Диплом — результат конференции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успех года ___ · что изменю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итог года · вывод через DeepSeek (chat.deepseek.com) · материалы в портфолио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 проекта — это путь, который ты прошёл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2026-10-02T09:27:40Z</dcterms:created>
  <dcterms:modified xsi:type="dcterms:W3CDTF">2026-10-02T09:27:40Z</dcterms:modified>
</cp:coreProperties>
</file>