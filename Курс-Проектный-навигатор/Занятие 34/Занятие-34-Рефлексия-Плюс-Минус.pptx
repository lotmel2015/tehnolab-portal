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34\Занятие-34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Тридцать четвёртое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«Плюс/Минус». Итоги года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заинтересовало, что разочаровало — и куда двигаться дальше · Проектный навигатор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34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Зачем рефлексия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Оглянуться, чтобы идти дальше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Техника «Плюс/Минус»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заинтересовало, что разочаровало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Итоги года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Личные победы и трудности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Цели на следующий уровень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Чего хочу добиться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«Плюс/Минус» + дневник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на базовый уровень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— оглянуться, чтобы идти дальше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Честный ответ: что заинтересовало, а что разочаровало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ТЕХНИКА «ПЛЮС/МИНУС»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столбца честного самоанализа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2376" y="155448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➕ Плюс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696" y="25603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понравилось, дало силы, хочется продолжать: придумывать идеи, работать в команде, делать прототип.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45936" y="155448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0256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33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➖ Минус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0256" y="25603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давалось тяжело, что разочаровало: боялся выступать, не хватало времени, ссорились в команде.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«Плюс» — на что опираться · «Минус» — что изменить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Лена + придумывать идею · − боялась выступать → есть план на год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Итоги года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Путь от идеи до защиты проекта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 ГОДА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прошли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Идея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Выбрали проблему и решение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Цель, время, риски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работающая версия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Представили результат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Какой этап дал энергию? Какой дался труднее всех?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Никите энергию дали команда и прототип · труднее — защита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на следующий уровень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Конкретная · измеримая · со сроком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СТАВИТЬ ЦЕЛЬ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признака хорошей цели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Конкретная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Чего именно хочу?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Измеримая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пойму, что сделал?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Достижимая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реально для меня?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 сроком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какому моменту?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цель Саши «научусь отвечать на вопросы до января, 3 тренировки с классом»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Заполни таблицу «Плюс/Минус» и запиши цель на следующий уровень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30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«Плюс/Минус» и дневник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Заполни таблицу «Плюс/Минус» за весь год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Отметь 2–3 главных «плюса» года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Отметь 1–2 главных «минуса» года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Сформулируй цель на следующий уровень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всё в дневник рефлексии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подскажет формулировки рефлексии и цели — мысли остаются твоими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«Плюс/Минус» за весь год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Главные 2–3 «плюса» и 1–2 «минуса»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на следующий уровень — конкретная и со сроком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мой плюс ___ · мой минус ___ · цель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проверь цель через DeepSeek (chat.deepseek.com) · решение за тобой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Оглянись на год — и увидишь свой путь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2026-10-02T09:28:31Z</dcterms:created>
  <dcterms:modified xsi:type="dcterms:W3CDTF">2026-10-02T09:28:31Z</dcterms:modified>
</cp:coreProperties>
</file>