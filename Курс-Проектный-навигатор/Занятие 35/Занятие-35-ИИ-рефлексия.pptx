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5\Занятие-35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пятое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ИИ-рефлексия: анализ использования ИИ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ИИ помог, где — нет, и как использовать его честно · Проектный навигатор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ИИ помог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он был полезен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ИИ не помог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Ошибки и ловушки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плагиат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Чужие тексты за свои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честности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помог, выводы мои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опыта + дневник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Дневник ИИ-рефлексии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помощник, а не автор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Честный разбор: где ИИ помог, а где пришлось справляться самому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ИИ ПОМОГ ИЛИ НЕ ПОМОГ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Честный разбор опыта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1554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Помог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Идеи для рисков, цели, чек-листы, объяснение непонятного, проверка текста, структура презентации.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45936" y="1554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0256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Не помог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0256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Готовый ответ вместо работы, слишком общий текст, ошибки в данных, «не твои слова», увёл от замысла.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помогает придумать и проверить, а не решать за тебя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Полина взяла у ИИ идеи рисков · таблицу заполнила сама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плагиат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Выдать чужие слова — в том числе тексты ИИ — за свои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ВИДЫ ПЛАГИАТА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Когда чужое выдаём за своё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Чужой текст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Взять готовый и подписать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ИИ-текст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Скопировать без переработки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Чужая идея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сказать, чья она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ссылки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указать источник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Ценность проекта — в твоих решениях и пути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Костя скопировал сочинение из сети — это плагиат, как и ответ ИИ без переработки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честного использования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«Я использовал ИИ для…, а выводы сделал сам»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ГРАНИЦЫ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и нельзя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Совет, объяснение, проверка, структура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Осознанно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Переработать своими словами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Нельзя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Выдать текст ИИ за свой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Граница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объяснишь своими словами — не твоё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«Использовал ИИ для черновика, а выводы сделал сам»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Проанализируй свой опыт с ИИ и заполни дневник ИИ-рефлексии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опыта и дневник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Перечисли, где ИИ реально помог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Отметь, где ИИ не помог или помешал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1–2 ситуации плагиата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Сформулируй: «Использовал ИИ для…, выводы сделал…»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вывод в дневник ИИ-рефлексии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поможет проверить честность использования — решаешь ты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примера, где ИИ помог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примера, где ИИ не помог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«Использовал ИИ для…, выводы сделал сам»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ИИ помог ___ · не помог ___ · мой вывод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разбери с DeepSeek ситуации плагиата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помощник, а не автор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2026-10-02T09:29:23Z</dcterms:created>
  <dcterms:modified xsi:type="dcterms:W3CDTF">2026-10-02T09:29:23Z</dcterms:modified>
</cp:coreProperties>
</file>