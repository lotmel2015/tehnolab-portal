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36\Занятие-36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Тридцать шестое занятие · стартовый уровень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Итоговое занятие. Сертификаты. Цели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Праздник итогов года и цели на базовый уровень · Проектный навигатор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36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Итоги года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Путь от идеи до защиты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Лучшие проекты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Презентации всему классу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Сертификаты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Признание каждого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Техника «Свеча»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Одно слово о годе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Цели на базовый уровень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Куда двигаться дальше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Завершение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Пожелания и рефлексия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Этот год — наш общий путь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идеи до проекта, который каждый представил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ИТОГИ ГОДА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научились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Идея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Нашли проблему и решение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Цель, этапы, риски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Прототип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Создали работающую версию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Представили результат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ещё: работать в команде и честно использовать ИИ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сертификат — знак того, что путь от идеи до защиты пройден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Презентация лучших проектов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2–3 минуты на проект · аплодисменты и добрые вопросы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ТЕХНИКА «СВЕЧА»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Одно слово о своём годе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07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Встаём в круг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называет одно главное слово про свой год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Примеры: рост · команда · смелость · прототип · идея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Тёплый итог словами, а не длинной речью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по кругу — «рост», «команда», «смелость», «прототип»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Сертификаты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получает признание за пройденный путь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НА БАЗОВЫЙ УРОВЕНЬ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Куда двигаемся дальше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Конкретная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Чего именно хочу?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Измеримая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пойму, что сделал?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Достижимая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Это реально для меня?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 сроком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 какому моменту?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цель года «довести игру до полного набора за месяц + 3 теста с классом»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Сформулируй цель на базовый уровень и напиши пожелание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30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Цели и добрые пожелания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Посмотри презентации лучших проектов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Получи сертификат и назови слово в «Свече»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Сформулируй цель на базовый уровень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цель и пожелание группе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сформулирует цель на базовый уровень — выбор за тобой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и подведи черту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Сертификат о завершении стартового уровня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Моё слово года (техника «Свеча»)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на базовый уровень — конкретная и со сроком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слово года ___ · лучший момент ___ · цель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проверь цель через DeepSeek (chat.deepseek.com) · решение за тобой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Год закончен — путь продолжается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2026-10-02T09:30:21Z</dcterms:created>
  <dcterms:modified xsi:type="dcterms:W3CDTF">2026-10-02T09:30:21Z</dcterms:modified>
</cp:coreProperties>
</file>