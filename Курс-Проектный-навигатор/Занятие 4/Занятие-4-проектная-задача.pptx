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4\cover-zanyatie4-ca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Четвёртое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задача: проблема, ЦА, актуальность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кого мы делаем проект и почему это важно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Повторяем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и корень из «Пяти почему»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85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такой пользователь и зачем его знать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Портрет пользователя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61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Возраст, интересы, проблема, «как решает сейчас»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9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проблема важна и для кого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задача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85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 продукт + пользователь + проблема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261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Заполненный портрет и проектная задача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задача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+ целевая аудитория + продукт = начало твоего проекта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 ПРОЕКТНОЙ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элемента, которые должны быть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60020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5276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нужен продукт? У кого есть проблема?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48556" y="160020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2876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22876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не так у этого пользователя? Что мешает?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6156" y="160020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0476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80476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создадим, чтобы решить проблему?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 «Создать ПРОДУКТ для ПОЛЬЗОВАТЕЛЯ, чтобы решить ПРОБЛЕМУ»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 — ЭТО…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Конкретные люди с конкретной проблемой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«Все» — это никто. Чем точнее ты знаешь своего пользователя, тем лучше продукт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ЦА — это те, для кого создаётся продукт и кто столкнётся с проблемой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«ученики 8–9 классов, которые не успевают поесть за перемену»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Плохо: «для всех»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50749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Хорошо: «для учеников 8–9 классов, которым не хватает времени на обед»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очередь в столовой мешает именно тем, у кого обед на короткой перемене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ПОРТРЕТ ПОЛЬЗОВАТЕЛЯ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4 поля про своего героя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Возраст и роль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Например: 14 лет, ученик 8 класса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Интересы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живёт, что любит, что смотрит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мешает, что неудобно, что не получается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решает сейчас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794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пользуется сегодня, как выкручивается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 портрета — в приложении к занятию (или в дневнике проекта)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Ответь на три вопроса: кому это важно? почему именно сейчас? что будет, если проблему не решить?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 — это твой ответ на вопрос «зачем этот проект вообще нужен?»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скучные перемены — кому важно, почему сейчас, что будет, если не решить?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CUSDEV — ПРОСТО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свою идею на реальных пользователях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CusDev (customer development) — это разговоры с теми, для кого ты делаешь продукт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Способы опроса: очная встреча, онлайн-чат (Сферум, MAX), онлайн-тест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Онлайн-тест: Яндекс.Формы (forms.yandex.ru) или Online Test Pad (onlinetestpad.com)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Спроси 5–10 человек: «Как ты решаешь эту проблему сейчас?» — и записывай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подсказывай ответ — просто слушай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ИИ-подсказка (DeepSeek — chat.deepseek.com): «Составь 5 открытых вопросов для интервью с [ЦА]» · ответы записывай в бланк опроса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портрет пользователя и сформулируй свою проектную задачу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25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Портрет пользователя и проектная задача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проблему, найденную методом «Пять почему»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4 поля портрета: возраст/роль, интересы, проблема, «как решает сейчас»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проектную задачу по формуле: «Создать ______ для ______, чтобы ______»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Опроси 2–3 одноклассников: очно, в онлайн-чате или онлайн-тестом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Онлайн-тест: Яндекс.Формы (forms.yandex.ru) или Online Test Pad (onlinetestpad.com)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 записывай в бланк опроса (приложение к занятию)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ПРОЕКТНОЙ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себя перед записью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 знаю, кто мой пользователь: возраст, роль, интересы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64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конкретная, у пользователя она реально есть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Могу объяснить, почему это важно и для кого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310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794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Понятно, что именно я создам и как это решит проблему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4 пункта «да» — проектная задача готова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ПАРАХ · 7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задачу соседа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Поменяйтесь проектными задачами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чек-листу: понятен ли пользователь, проблема, продукт?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Можешь ли ты представить этого пользователя? Нет — значит, портрет слишком общий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Дай один совет, как уточнить формулировку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целевая аудитория: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Портрет пользователя (4 поля):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задача по формуле: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 (кому важно и почему): ______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Подтверди с ИИ: «Проверь мою проектную задачу: [формула]. Всё ли понятно?»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точнее ты знаешь своего пользователя, тем нужнее твой продукт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2026-10-02T09:07:34Z</dcterms:created>
  <dcterms:modified xsi:type="dcterms:W3CDTF">2026-10-02T09:07:34Z</dcterms:modified>
</cp:coreProperties>
</file>