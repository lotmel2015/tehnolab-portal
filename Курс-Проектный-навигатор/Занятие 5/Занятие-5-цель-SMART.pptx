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5\cover-zanyatie5-smart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Постановка цели по SMART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превратить мечту в измеримую цель проекта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Повторяем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09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Проектная задача: пользователь, проблема, продукт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и задачи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85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чём разница и зачем они проекту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261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критериев сильной цели: S M A R 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Разбор пар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09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SMART → SMART на примерах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цель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85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Формулируем и проверяем свою цель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261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по SMART в дневнике проекта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и задачи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— куда идём. Задачи — шаги по дороге (обычно 3–4)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VS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путай их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результат всего проекта, один глагол-итог: создать, разработать, провести, изучить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9672" y="265176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шага, которые ведут к цели: узнать…, сделать…, протестировать…, оформить…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цель — «разработать прототип игры к 15 декабря»; задачи: изучить, придумать механику, собрать, протестировать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7150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цель «очередь с 12 до 5 минут» → задачи: узнать причину, второе окно, протестировать, замерить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SMART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Пять букв — пять проверок твоей цели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означает каждая буква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202996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Конкретность: понятно, что именно делаем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146304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02996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Измеримость: можно посчитать результат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146304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02996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Достижимость: реально сделать за учебный год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318211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5661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Актуальность: связано с проблемой проекта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17520" y="2999232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931920" y="318211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Time-bound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5661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Ограниченность во времени: есть срок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Хорошая цель проходит проверку на все 5 букв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«очередь с 12 до 5 минут» — M измеримость · «к 1 декабря» — T срок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РАЗБОР ПАР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SMART → SMART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447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SMART: Создать приложение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SMART: Разработать прототип Telegram-бота для школы к 15 декабря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95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SMART: Улучшить перемены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735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SMART: Создать настольную игру-конструктор для 8–9 классов и протестировать её на 10 учениках к февралю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342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SMART: Помочь пожилым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18304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SMART: Провести 3 мастер-класса по смартфону для пожилых в марте и опросить 15 участников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Найди в каждой SMART-цели: конкретный результат, число, срок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Составь свою цель по SMART и проверь её по чек-листу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25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цель по SMART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проектную задачу с прошлого занятия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Сформулируй цель по шаблону: «Создать ______ для ______, чтобы ______ к ______»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по 5 буквам SMART: что найти в цели для каждой буквы?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Разбей цель на 3–4 задачи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проекта и в приложение-шаблон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ПО ЧЕК-ЛИСТУ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вопросов к твоей цели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66420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Ясно ли, что именно я делаю? Одной фразой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4032" y="166420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Могу ли я посчитать результат? Число, % или количество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17320" y="285292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Реально ли это сделать за оставшееся время? (не за 3 дня)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5352" y="265176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14032" y="285292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Связана ли цель с проблемой из проектной задачи?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404164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ли конкретный срок — дата или месяц?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ответы «да» — цель готова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В ПАРАХ · 7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цель соседа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Поменяйтесь целями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по чек-листу S M A R T — всё ли на месте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ли число и срок? Если нет — помоги соседу их добавить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Верни цель и прими решение: доработать или принять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цель по SMART (по формуле):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Мои 3–4 задачи: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Результат, который можно посчитать: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Срок: ______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ИИ-помощник DeepSeek (chat.deepseek.com): «Проверь мою цель по SMART: [цель]»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которую можно измерить, — цель, которую можно достичь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2026-10-02T09:07:50Z</dcterms:created>
  <dcterms:modified xsi:type="dcterms:W3CDTF">2026-10-02T09:07:50Z</dcterms:modified>
</cp:coreProperties>
</file>