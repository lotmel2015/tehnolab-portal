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6\Занятие-6-обложка-ИИ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Шестое занятие · ИИ-блок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ИИ. Первый промпт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Знакомимся с нейросетями и учимся говорить с ними на понятном языке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ИИ и нейросеть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они «думают» и что умеют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DeepSeek, GigaChat — что это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ИИ умеет, а что нет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Сильные стороны и границы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Промпт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чего состоит хороший запрос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Первый диалог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промпт по теме проекта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Промпт и оценка ответа в дневнике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ИИ и нейросеть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это технология, которая умеет обрабатывать язык, текст и изображения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 О СЛОЖНОМ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это «калькулятор для текста»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Обучается на примерах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«прочитал» огромное количество текстов и запомнил закономерности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64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думает, как человек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Подбирает наиболее вероятное продолжение, а не «размышляет»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47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Умеет быстро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Найти, переписать, обобщить, перевести, составить план, нарисовать идею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24612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447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умеет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931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Проверять факты, отвечать за результат, заменять твоё мышление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Главное правило: ИИ — помощник, а не автор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«объясни алгебру понятно, как для восьмиклассника» — ИИ даст черновик, выучишь ты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НАШИ ИНСТРУМЕНТЫ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и без VPN — открываются сразу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Текстовый ИИ: поиск, обобщение, черновики, идеи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chat.deepseek.com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GigaChat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9672" y="2103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Сбер: текст + картинки Kandinsky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19672" y="2880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giga.chat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YandexGPT / Алиса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Яндекс: текст, ответы, помощь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ya.ru/ai/gpt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3474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657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Шедеврум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9672" y="41605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Яндекс: генерация изображений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9672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shedevrum.ai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сервисы открываются из России без VPN — просто перейди по ссылке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ПРОМПТ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Твой запрос к ИИ — главный навык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Промпт — это инструкция, которую ты пишешь ИИ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промпт = цель + контекст + формат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понятнее запрос — тем полезнее ответ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 промпта: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«Сделай [задача] для [кто] в формате [формат]. Учти: [детали]»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15544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21488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«напиши про проекты»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4023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01000" y="46177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«Составь 5 идей проекта на тему школьных перемен для ученика 8 класса, каждую в 2 предложениях»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первый промпт по теме своего проекта и оцени ответ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25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Первый диалог с 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 промпт по теме проекта по формуле: цель + контекст + формат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Отправь его в DeepSeek (chat.deepseek.com) или GigaChat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ответ ИИ в приложение-шаблон (или в дневник проекта)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 ответ: что полезно? что не так? что уточнить?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Улучши промпт и запроси ещё раз — посмотри, что изменилось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Возможности ИИ в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стал мультимодальным: работает с текстом, картинками, речью, видео и кодом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УМЕЕТ ИИ СЕГОДНЯ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Мультимодальность и автономность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Генерация, перевод, пересказ, планы, черновики, проверка стиля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Изображения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057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картинок и схем, стилизация, иллюстрации (Шедеврум, Kandinsky)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10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данных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 документам, сводки, таблицы, графики, обработка фото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3127248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310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76732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Написание и объяснение кода, поиск ошибок, визуализация данных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00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Речь и видео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477256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Голосовые ассистенты, озвучка, субтитры, генерация видео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4837176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50200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Автономные агенты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19672" y="5477256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Выполняют цепочки задач: спланировать → найти → проверить → оформить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АССИСТЕНТ VS АГЕНТ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чём разница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ИИ-ассистент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на запрос. Ты даёшь задачу — он отвечает. Каждый шаг контролируешь ты (DeepSeek, GigaChat, Алиса)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ИИ-агент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4688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Выполняет цепочку задач сам: понял → спланировал → нашёл → проверил → оформил. Ты проверяешь итог (ассистенты с агентным режимом)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для проекта: ассистент/агент предлагает — ты проверяешь и решаешь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ОЦЕНИТЬ ОТВЕТ 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вопроса к результату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Полезно?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Помогает ли ответ двигаться по проекту?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556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Совпадает ли с тем, что ты знаешь?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93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Понятно?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Можешь ли объяснить своими словами?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2918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493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Честно?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977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выдаёт ли ИИ предположение за факт?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ответ не устраивает — переформулируй промпт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ОБСУЖДЕНИЕ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ИИ не может быть автором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не отвечает за результат — отвечаешь ты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Копирование ответа без изменений — это плагиат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может ошибаться и «уверенно» выдумывать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Твоя задача — проверять, думать и создавать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«Я использовал ИИ для…, а выводы сделал сам»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Мой первый промпт: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ИИ (кратко):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оценка по 4 вопросам: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я уточнил(а) во втором промпте: ______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Дома: попробуй написать промпт про свой проект ещё раз — с улучшенной формулировкой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помощник, а не автор.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 и решения — за тобой.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2026-10-02T09:07:35Z</dcterms:created>
  <dcterms:modified xsi:type="dcterms:W3CDTF">2026-10-02T09:07:35Z</dcterms:modified>
</cp:coreProperties>
</file>