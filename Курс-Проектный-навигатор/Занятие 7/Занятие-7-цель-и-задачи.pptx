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7\Занятие-7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Седьмое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Формулировка цели и задач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цель по чек-листу и разбиваем её на задачи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Разминка-игра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«Собери SMART-цель» — 7 минут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Разница, формулировка, пример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разбить цель на 3–4 шага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цель и задачи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Взаимопроверка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Сверяем в парах (или сами)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задачи, срок + рефлексия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— куда идём. Задачи — шаги по дороге (обычно 3–4)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VS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путай их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результат всего проекта, один глагол-итог: создать, разработать, провести, изучить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19672" y="26060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шага, которые ведут к цели: узнать…, сделать…, протестировать…, оформить…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цель — «разработать прототип игры к 15 декабря»; задачи: изучить, придумать механику, собрать, протестировать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ЖИВЫЕ ПРИМЕРЫ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→ задачи на знакомых темах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4173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Столовая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9556" y="2057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Сократить очередь с 12 до 5 минут к 1 декабря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9556" y="32918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Задачи: Опросить 30 учеников; 2 варианта решения; пилот и замер; отчёт «до/после»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48556" y="14173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7156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Перемены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77156" y="2057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Настольная игра-конструктор: 3 тестовые перемены с 10 учениками к февралю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7156" y="32918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Задачи: Изучить 5 игр; собрать прототип; тест и отзывы; доработка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6156" y="14173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4756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Экзамены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4756" y="2057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 Тренажёр-карточки по 5 темам, результат 80% к марту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4756" y="32918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Задачи: 50 вопросов; оформить карточки; 2 тренировки в неделю; разбор ошибок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каждой цели найди: результат (что) · число (сколько) · срок (когда)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РАЗБИТЬ ЦЕЛЬ НА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шага-слова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0956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0956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Собрать информацию, изучить аналоги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6996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55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25596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Сделать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25596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Создать продукт или прототип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60236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Протестировать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0236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Проверить на пользователях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66276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94876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Оформить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4876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Текст, презентация, выводы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задачи — результат и срок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Например: «порешать примеры к среде» — результат готов, срок понятен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вопросов к цели и 3 проверки к задачам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Конкретно — понятно, что делаю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4032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Измеримо — есть число, % или количество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Достижимо — реально за срок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14032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 — связано с проблемой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— дата или месяц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ответы «да» — цель готова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проверки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6459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ведут к цели?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5276" y="2697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выполнить все задачи — цель будет достигнута?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6459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2876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каждой задачи есть результат?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2876" y="2697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будет «на выходе»: текст, прототип, отчёт?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64592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0476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реальны по времени?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0476" y="2697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Уложишься ли за учебный год?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Зафиксируй цель и задачи проекта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25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цели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цель по SMART с прошлого занятия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её по чек-листу S M A R T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Разбей цель на 3–4 задачи по схеме: узнать → сделать → протестировать → оформить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каждой задачи укажи результат и примерный срок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 и в приложение-шаблон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ВЗАИМОПРОВЕРКА · 7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паре или самому себе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паре: поменяйтесь бланками, проверьте цель по S M A R T и задачи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пары: отложи бланк на 2 минуты и прочитай «глазами постороннего» по чек-листу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Сомневаешься — спроси ИИ-тьютора DeepSeek: «Посмотри мои цель и задачи как эксперт»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Мини-презентация: расскажи цель за 30 секунд соседу или вслух самому себе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проекта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цель (по SMART):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3–4 задачи (с результатом и сроком): ______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Бейджи: ☐ цель SMART · ☐ задачи ведут к цели · ☐ есть срок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2 мин: понял(а) ___ · труднее всего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ИИ-тьютор DeepSeek (chat.deepseek.com): «Проверь мои задачи: [список]» · решение за тобой · не успел к сроку — сдвинь и запиши, что изменилось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Хорошая цель разбивается на понятные задачи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2026-10-02T09:08:29Z</dcterms:created>
  <dcterms:modified xsi:type="dcterms:W3CDTF">2026-10-02T09:08:29Z</dcterms:modified>
</cp:coreProperties>
</file>