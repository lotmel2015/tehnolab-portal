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8\Занятие-8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Восьмое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проектной идеи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минута, 1 слайд: проблема, ЦА, цель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Идея, проблема, ЦА, цель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защиты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минута, 1 слайд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важно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Проблема, ЦА, цель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Обратная связь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плюса + 1 совет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идей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выступает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+ доработка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Формат: 1 минута, 1 слайд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слайд = три смысла: проблема, ЦА, цель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ВЫСТУПЛЕНИЯ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Уложиться в 1 минуту = отобрать главное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2356" y="16459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0956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Название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0956" y="31089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секунд, что это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6996" y="16459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559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25596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25596" y="31089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15–20 сек, что не так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1636" y="16459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023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60236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0236" y="31089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10–15 сек, для кого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66276" y="16459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487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294876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94876" y="31089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15–20 сек, что получим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конце — просьба об обратной связи (5 секунд)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Питч про столовую: «очередь → не успеваю поесть → сократить с 12 до 5 минут»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ВАЖНО НА ЗАЩИТЕ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блока и их связка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5544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5276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5276" y="24688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не так сейчас? Кому мешает? Это отправная точка.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48556" y="15544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2876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Целевая аудитория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22876" y="24688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Конкретный портрет: «ученики 8–9 классов», «педагоги»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6156" y="15544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0476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0476" y="24688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 + число + срок (по SMART)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Связка: цель решает проблему именно для этой ЦА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Формула: «Потому что [проблема] у [ЦА], я создам [цель]»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Обратная связь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 «2 плюса + 1 совет»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ДАВАТЬ И ПРИНИМАТЬ ФИДБЕК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плюса + 1 совет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плюса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получилось, что было ясно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совет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19672" y="23774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можно улучшить — конкретно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Помогаем, а не критикуем · Выслушай до конца, не оправдывайся сразу, поблагодари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себе 1–2 мысли из советов и используй при доработке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ОЦЕНКИ ЗАЩИТЫ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критерия · да/нет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6596" y="155448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5196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5196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 ясна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5196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Понятно, что не так «до» и что изменится «после»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4116" y="155448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2716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42716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ЦА определена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42716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Названа конкретная аудитория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1636" y="155448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0236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0236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понятна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0236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 результат, число, срок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49156" y="155448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77756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77756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Связность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77756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Проблема, ЦА и цель связаны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Уложился в 1 минуту — тоже критерий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Защити идею за 1 минуту с 1 слайдом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ЗАЩИТА ИДЕЙ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выступает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Подготовь 1 слайд: три блока — проблема, ЦА, цель (10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Проговори формулу: проблема → ЦА → цель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Выступи за 1 минуту — таймер (по 2 мин на человека)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Группа даёт «2 плюса + 1 совет» (2 минуты)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1–2 мысли на доработку в чек-лист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проекта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Моя формула защиты: проблема → ЦА → цель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Обратная связь группы: 2 плюса + 1 совет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доработать к следующему занятию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понял(а) ___ · легче всего было ___ · доработаю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ИИ-тьютор DeepSeek (chat.deepseek.com): «Проверь мою формулу защиты как жюри» · решение за тобой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Лучшая защита — короткая и ясная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2026-10-02T09:09:13Z</dcterms:created>
  <dcterms:modified xsi:type="dcterms:W3CDTF">2026-10-02T09:09:13Z</dcterms:modified>
</cp:coreProperties>
</file>