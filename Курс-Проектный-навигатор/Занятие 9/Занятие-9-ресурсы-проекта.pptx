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9\Занятие-9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Девятое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проекта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нужно проекту, чего не хватает и где взять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Идея, проблема, цель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Виды ресурсов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группы ресурсов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определить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цели к списку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ресурсов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/ не хватает / где взять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Заполняем таблицу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достаточности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проекта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есть · чего не хватает · где взять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ВИДЫ РЕСУРСОВ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группы — ничего не забыть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Материальные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Бумага, картон, краски, компьютер, инструменты, деньги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Временные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Часы в неделю, сроки до контрольных точек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Человеческие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Команда, педагог, эксперты, родители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Информационные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Книги, статьи, интернет, ИИ, опросы, аналоги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Срыв проекта чаще от нехватки ресурсов, чем идей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на перемену: картон · перемена · 10 игроков · правила игр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ОПРЕДЕЛИТЬ, ЧТО НУЖНО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Идём от цели назад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проекта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SMART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11296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узнать — сделать — протестировать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37376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каждой задачи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нужно?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63456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в 4 группы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материальные, временные, человеческие, информационные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каждого ресурса: есть · не хватает · где взять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Например, для игры: картон есть · перемены надо договориться · правила из примеров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ресурсов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 · Что есть · Чего не хватает / где взять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РЕСУРСОВ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для настольной игры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155680" cy="685800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463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есть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12280" y="1463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не хватает / где взять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155680" cy="68580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Материальные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1488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Картон, краски, принтер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Клей-пистолет — попросить в каб. технологии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Временные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834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часа в неделю по пятницам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8346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на переменах — договориться с педагогом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1155680" cy="68580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20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Человеческие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5204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из 2 человек, педагог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5204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Эксперт по играм — из клуба настолок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06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Информационные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4206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5 игр, интернет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4206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Статья про механику — открытые источники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теперь: хватает ли времени, материалов и людей на весь проект?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ресурсов своего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цель проекта (по SMART)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задачи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таблицу по 4 группам: что есть, чего не хватает, где взять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достаточность: хватает ли времени, материалов, людей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приложение-шаблон и в дневник проекта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— генератор списка, решение —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ИИ-ПОМОЩНИК DEEPSEEK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использовать (chat.deepseek.com)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«Что нужно для проекта [название]? Перечисли материалы, время, людей и информацию»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«Посмотри мою таблицу ресурсов: что из неё лишнее, чего не хватает?»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«Хватает ли ресурсов на проект? Материалов много, а времени мало — что изменить?»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список подсказывает — решаешь и выбираешь ты сам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таблица ресурсов: 4 группы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Оценка: чего хватает, чего не хватает, где взять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уточнить у педагога или эксперта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понял(а) ___ · какого ресурса не хватает больше всего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таблицу через DeepSeek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решают, сбудется ли замысел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2026-10-02T09:09:27Z</dcterms:created>
  <dcterms:modified xsi:type="dcterms:W3CDTF">2026-10-02T09:09:27Z</dcterms:modified>
</cp:coreProperties>
</file>